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82" r:id="rId4"/>
    <p:sldId id="271" r:id="rId5"/>
    <p:sldId id="276" r:id="rId6"/>
    <p:sldId id="286" r:id="rId7"/>
    <p:sldId id="283" r:id="rId8"/>
    <p:sldId id="284" r:id="rId9"/>
    <p:sldId id="273" r:id="rId10"/>
    <p:sldId id="288" r:id="rId11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84" d="100"/>
          <a:sy n="84" d="100"/>
        </p:scale>
        <p:origin x="629" y="72"/>
      </p:cViewPr>
      <p:guideLst>
        <p:guide orient="horz" pos="2123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330C4-E2CE-4F38-A18D-20792CCF378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3EF21-8F70-462E-BB73-354844BCC3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740708" y="-2435836"/>
            <a:ext cx="10613606" cy="42277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309488" y="5279665"/>
            <a:ext cx="10708901" cy="426570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13496">
            <a:off x="-3981362" y="2352645"/>
            <a:ext cx="7382254" cy="16783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102627" y="2235771"/>
            <a:ext cx="601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大模型对齐技术 · 课程汇报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441507" y="3803811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大模型的安全训练，为什么挡得住直接提问，却挡不住绕着弯问</a:t>
            </a:r>
          </a:p>
        </p:txBody>
      </p:sp>
      <p:sp>
        <p:nvSpPr>
          <p:cNvPr id="24" name="PA_文本框 2"/>
          <p:cNvSpPr txBox="1"/>
          <p:nvPr>
            <p:custDataLst>
              <p:tags r:id="rId1"/>
            </p:custDataLst>
          </p:nvPr>
        </p:nvSpPr>
        <p:spPr>
          <a:xfrm>
            <a:off x="1632450" y="2717235"/>
            <a:ext cx="8920472" cy="93737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5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换个问法，AI 就“破防”了</a:t>
            </a:r>
            <a:endParaRPr lang="zh-CN" altLang="en-US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57118" y="4740536"/>
            <a:ext cx="868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073765" y="474525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397805" y="4740536"/>
            <a:ext cx="339738" cy="339738"/>
            <a:chOff x="6335783" y="3698570"/>
            <a:chExt cx="339738" cy="339738"/>
          </a:xfrm>
        </p:grpSpPr>
        <p:sp>
          <p:nvSpPr>
            <p:cNvPr id="28" name="椭圆 27"/>
            <p:cNvSpPr/>
            <p:nvPr/>
          </p:nvSpPr>
          <p:spPr>
            <a:xfrm>
              <a:off x="6335783" y="3698570"/>
              <a:ext cx="339738" cy="339738"/>
            </a:xfrm>
            <a:prstGeom prst="ellipse">
              <a:avLst/>
            </a:prstGeom>
            <a:solidFill>
              <a:srgbClr val="82A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businessman_57134"/>
            <p:cNvSpPr>
              <a:spLocks noChangeAspect="1"/>
            </p:cNvSpPr>
            <p:nvPr/>
          </p:nvSpPr>
          <p:spPr bwMode="auto">
            <a:xfrm>
              <a:off x="6395636" y="3741388"/>
              <a:ext cx="220032" cy="240154"/>
            </a:xfrm>
            <a:custGeom>
              <a:avLst/>
              <a:gdLst>
                <a:gd name="connsiteX0" fmla="*/ 243589 w 557114"/>
                <a:gd name="connsiteY0" fmla="*/ 355438 h 608062"/>
                <a:gd name="connsiteX1" fmla="*/ 277656 w 557114"/>
                <a:gd name="connsiteY1" fmla="*/ 355438 h 608062"/>
                <a:gd name="connsiteX2" fmla="*/ 277940 w 557114"/>
                <a:gd name="connsiteY2" fmla="*/ 355438 h 608062"/>
                <a:gd name="connsiteX3" fmla="*/ 278604 w 557114"/>
                <a:gd name="connsiteY3" fmla="*/ 355438 h 608062"/>
                <a:gd name="connsiteX4" fmla="*/ 279174 w 557114"/>
                <a:gd name="connsiteY4" fmla="*/ 355438 h 608062"/>
                <a:gd name="connsiteX5" fmla="*/ 279458 w 557114"/>
                <a:gd name="connsiteY5" fmla="*/ 355438 h 608062"/>
                <a:gd name="connsiteX6" fmla="*/ 279553 w 557114"/>
                <a:gd name="connsiteY6" fmla="*/ 355438 h 608062"/>
                <a:gd name="connsiteX7" fmla="*/ 313620 w 557114"/>
                <a:gd name="connsiteY7" fmla="*/ 355438 h 608062"/>
                <a:gd name="connsiteX8" fmla="*/ 324438 w 557114"/>
                <a:gd name="connsiteY8" fmla="*/ 375432 h 608062"/>
                <a:gd name="connsiteX9" fmla="*/ 298152 w 557114"/>
                <a:gd name="connsiteY9" fmla="*/ 430202 h 608062"/>
                <a:gd name="connsiteX10" fmla="*/ 301948 w 557114"/>
                <a:gd name="connsiteY10" fmla="*/ 510272 h 608062"/>
                <a:gd name="connsiteX11" fmla="*/ 356891 w 557114"/>
                <a:gd name="connsiteY11" fmla="*/ 389172 h 608062"/>
                <a:gd name="connsiteX12" fmla="*/ 356986 w 557114"/>
                <a:gd name="connsiteY12" fmla="*/ 389172 h 608062"/>
                <a:gd name="connsiteX13" fmla="*/ 376628 w 557114"/>
                <a:gd name="connsiteY13" fmla="*/ 375337 h 608062"/>
                <a:gd name="connsiteX14" fmla="*/ 383556 w 557114"/>
                <a:gd name="connsiteY14" fmla="*/ 376474 h 608062"/>
                <a:gd name="connsiteX15" fmla="*/ 383745 w 557114"/>
                <a:gd name="connsiteY15" fmla="*/ 376569 h 608062"/>
                <a:gd name="connsiteX16" fmla="*/ 518588 w 557114"/>
                <a:gd name="connsiteY16" fmla="*/ 438920 h 608062"/>
                <a:gd name="connsiteX17" fmla="*/ 557114 w 557114"/>
                <a:gd name="connsiteY17" fmla="*/ 482224 h 608062"/>
                <a:gd name="connsiteX18" fmla="*/ 557114 w 557114"/>
                <a:gd name="connsiteY18" fmla="*/ 608062 h 608062"/>
                <a:gd name="connsiteX19" fmla="*/ 279743 w 557114"/>
                <a:gd name="connsiteY19" fmla="*/ 608062 h 608062"/>
                <a:gd name="connsiteX20" fmla="*/ 279458 w 557114"/>
                <a:gd name="connsiteY20" fmla="*/ 608062 h 608062"/>
                <a:gd name="connsiteX21" fmla="*/ 279364 w 557114"/>
                <a:gd name="connsiteY21" fmla="*/ 608062 h 608062"/>
                <a:gd name="connsiteX22" fmla="*/ 279174 w 557114"/>
                <a:gd name="connsiteY22" fmla="*/ 608062 h 608062"/>
                <a:gd name="connsiteX23" fmla="*/ 278984 w 557114"/>
                <a:gd name="connsiteY23" fmla="*/ 608062 h 608062"/>
                <a:gd name="connsiteX24" fmla="*/ 278604 w 557114"/>
                <a:gd name="connsiteY24" fmla="*/ 608062 h 608062"/>
                <a:gd name="connsiteX25" fmla="*/ 278130 w 557114"/>
                <a:gd name="connsiteY25" fmla="*/ 608062 h 608062"/>
                <a:gd name="connsiteX26" fmla="*/ 277940 w 557114"/>
                <a:gd name="connsiteY26" fmla="*/ 608062 h 608062"/>
                <a:gd name="connsiteX27" fmla="*/ 277845 w 557114"/>
                <a:gd name="connsiteY27" fmla="*/ 608062 h 608062"/>
                <a:gd name="connsiteX28" fmla="*/ 277750 w 557114"/>
                <a:gd name="connsiteY28" fmla="*/ 608062 h 608062"/>
                <a:gd name="connsiteX29" fmla="*/ 277656 w 557114"/>
                <a:gd name="connsiteY29" fmla="*/ 608062 h 608062"/>
                <a:gd name="connsiteX30" fmla="*/ 277371 w 557114"/>
                <a:gd name="connsiteY30" fmla="*/ 608062 h 608062"/>
                <a:gd name="connsiteX31" fmla="*/ 0 w 557114"/>
                <a:gd name="connsiteY31" fmla="*/ 608062 h 608062"/>
                <a:gd name="connsiteX32" fmla="*/ 0 w 557114"/>
                <a:gd name="connsiteY32" fmla="*/ 482224 h 608062"/>
                <a:gd name="connsiteX33" fmla="*/ 38621 w 557114"/>
                <a:gd name="connsiteY33" fmla="*/ 438920 h 608062"/>
                <a:gd name="connsiteX34" fmla="*/ 173464 w 557114"/>
                <a:gd name="connsiteY34" fmla="*/ 376569 h 608062"/>
                <a:gd name="connsiteX35" fmla="*/ 173558 w 557114"/>
                <a:gd name="connsiteY35" fmla="*/ 376474 h 608062"/>
                <a:gd name="connsiteX36" fmla="*/ 180486 w 557114"/>
                <a:gd name="connsiteY36" fmla="*/ 375337 h 608062"/>
                <a:gd name="connsiteX37" fmla="*/ 200223 w 557114"/>
                <a:gd name="connsiteY37" fmla="*/ 389172 h 608062"/>
                <a:gd name="connsiteX38" fmla="*/ 255166 w 557114"/>
                <a:gd name="connsiteY38" fmla="*/ 510272 h 608062"/>
                <a:gd name="connsiteX39" fmla="*/ 258962 w 557114"/>
                <a:gd name="connsiteY39" fmla="*/ 430202 h 608062"/>
                <a:gd name="connsiteX40" fmla="*/ 232676 w 557114"/>
                <a:gd name="connsiteY40" fmla="*/ 375432 h 608062"/>
                <a:gd name="connsiteX41" fmla="*/ 243589 w 557114"/>
                <a:gd name="connsiteY41" fmla="*/ 355438 h 608062"/>
                <a:gd name="connsiteX42" fmla="*/ 276250 w 557114"/>
                <a:gd name="connsiteY42" fmla="*/ 0 h 608062"/>
                <a:gd name="connsiteX43" fmla="*/ 277674 w 557114"/>
                <a:gd name="connsiteY43" fmla="*/ 0 h 608062"/>
                <a:gd name="connsiteX44" fmla="*/ 277863 w 557114"/>
                <a:gd name="connsiteY44" fmla="*/ 0 h 608062"/>
                <a:gd name="connsiteX45" fmla="*/ 277958 w 557114"/>
                <a:gd name="connsiteY45" fmla="*/ 0 h 608062"/>
                <a:gd name="connsiteX46" fmla="*/ 279382 w 557114"/>
                <a:gd name="connsiteY46" fmla="*/ 0 h 608062"/>
                <a:gd name="connsiteX47" fmla="*/ 402570 w 557114"/>
                <a:gd name="connsiteY47" fmla="*/ 104895 h 608062"/>
                <a:gd name="connsiteX48" fmla="*/ 394693 w 557114"/>
                <a:gd name="connsiteY48" fmla="*/ 159001 h 608062"/>
                <a:gd name="connsiteX49" fmla="*/ 405892 w 557114"/>
                <a:gd name="connsiteY49" fmla="*/ 184774 h 608062"/>
                <a:gd name="connsiteX50" fmla="*/ 377040 w 557114"/>
                <a:gd name="connsiteY50" fmla="*/ 236890 h 608062"/>
                <a:gd name="connsiteX51" fmla="*/ 315731 w 557114"/>
                <a:gd name="connsiteY51" fmla="*/ 311274 h 608062"/>
                <a:gd name="connsiteX52" fmla="*/ 277958 w 557114"/>
                <a:gd name="connsiteY52" fmla="*/ 319707 h 608062"/>
                <a:gd name="connsiteX53" fmla="*/ 277958 w 557114"/>
                <a:gd name="connsiteY53" fmla="*/ 319802 h 608062"/>
                <a:gd name="connsiteX54" fmla="*/ 277863 w 557114"/>
                <a:gd name="connsiteY54" fmla="*/ 319802 h 608062"/>
                <a:gd name="connsiteX55" fmla="*/ 277674 w 557114"/>
                <a:gd name="connsiteY55" fmla="*/ 319802 h 608062"/>
                <a:gd name="connsiteX56" fmla="*/ 277674 w 557114"/>
                <a:gd name="connsiteY56" fmla="*/ 319707 h 608062"/>
                <a:gd name="connsiteX57" fmla="*/ 239901 w 557114"/>
                <a:gd name="connsiteY57" fmla="*/ 311274 h 608062"/>
                <a:gd name="connsiteX58" fmla="*/ 178592 w 557114"/>
                <a:gd name="connsiteY58" fmla="*/ 236890 h 608062"/>
                <a:gd name="connsiteX59" fmla="*/ 149740 w 557114"/>
                <a:gd name="connsiteY59" fmla="*/ 184774 h 608062"/>
                <a:gd name="connsiteX60" fmla="*/ 161034 w 557114"/>
                <a:gd name="connsiteY60" fmla="*/ 159001 h 608062"/>
                <a:gd name="connsiteX61" fmla="*/ 153062 w 557114"/>
                <a:gd name="connsiteY61" fmla="*/ 104895 h 608062"/>
                <a:gd name="connsiteX62" fmla="*/ 276250 w 557114"/>
                <a:gd name="connsiteY62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7114" h="608062">
                  <a:moveTo>
                    <a:pt x="243589" y="355438"/>
                  </a:moveTo>
                  <a:lnTo>
                    <a:pt x="277656" y="355438"/>
                  </a:lnTo>
                  <a:lnTo>
                    <a:pt x="277940" y="355438"/>
                  </a:lnTo>
                  <a:lnTo>
                    <a:pt x="278604" y="355438"/>
                  </a:lnTo>
                  <a:lnTo>
                    <a:pt x="279174" y="355438"/>
                  </a:lnTo>
                  <a:lnTo>
                    <a:pt x="279458" y="355438"/>
                  </a:lnTo>
                  <a:lnTo>
                    <a:pt x="279553" y="355438"/>
                  </a:lnTo>
                  <a:lnTo>
                    <a:pt x="313620" y="355438"/>
                  </a:lnTo>
                  <a:cubicBezTo>
                    <a:pt x="325007" y="355438"/>
                    <a:pt x="330511" y="364630"/>
                    <a:pt x="324438" y="375432"/>
                  </a:cubicBezTo>
                  <a:cubicBezTo>
                    <a:pt x="321781" y="379980"/>
                    <a:pt x="298152" y="430202"/>
                    <a:pt x="298152" y="430202"/>
                  </a:cubicBezTo>
                  <a:lnTo>
                    <a:pt x="301948" y="510272"/>
                  </a:lnTo>
                  <a:cubicBezTo>
                    <a:pt x="317700" y="481655"/>
                    <a:pt x="343131" y="422432"/>
                    <a:pt x="356891" y="389172"/>
                  </a:cubicBezTo>
                  <a:cubicBezTo>
                    <a:pt x="356891" y="389172"/>
                    <a:pt x="356891" y="389172"/>
                    <a:pt x="356986" y="389172"/>
                  </a:cubicBezTo>
                  <a:cubicBezTo>
                    <a:pt x="359832" y="381117"/>
                    <a:pt x="367519" y="375337"/>
                    <a:pt x="376628" y="375337"/>
                  </a:cubicBezTo>
                  <a:cubicBezTo>
                    <a:pt x="379096" y="375337"/>
                    <a:pt x="381373" y="375716"/>
                    <a:pt x="383556" y="376474"/>
                  </a:cubicBezTo>
                  <a:cubicBezTo>
                    <a:pt x="383650" y="376474"/>
                    <a:pt x="383650" y="376474"/>
                    <a:pt x="383745" y="376569"/>
                  </a:cubicBezTo>
                  <a:cubicBezTo>
                    <a:pt x="387446" y="377706"/>
                    <a:pt x="464973" y="411724"/>
                    <a:pt x="518588" y="438920"/>
                  </a:cubicBezTo>
                  <a:cubicBezTo>
                    <a:pt x="542595" y="451049"/>
                    <a:pt x="557114" y="466305"/>
                    <a:pt x="557114" y="482224"/>
                  </a:cubicBezTo>
                  <a:lnTo>
                    <a:pt x="557114" y="608062"/>
                  </a:lnTo>
                  <a:lnTo>
                    <a:pt x="279743" y="608062"/>
                  </a:lnTo>
                  <a:lnTo>
                    <a:pt x="279458" y="608062"/>
                  </a:lnTo>
                  <a:lnTo>
                    <a:pt x="279364" y="608062"/>
                  </a:lnTo>
                  <a:lnTo>
                    <a:pt x="279174" y="608062"/>
                  </a:lnTo>
                  <a:lnTo>
                    <a:pt x="278984" y="608062"/>
                  </a:lnTo>
                  <a:lnTo>
                    <a:pt x="278604" y="608062"/>
                  </a:lnTo>
                  <a:lnTo>
                    <a:pt x="278130" y="608062"/>
                  </a:lnTo>
                  <a:lnTo>
                    <a:pt x="277940" y="608062"/>
                  </a:lnTo>
                  <a:lnTo>
                    <a:pt x="277845" y="608062"/>
                  </a:lnTo>
                  <a:lnTo>
                    <a:pt x="277750" y="608062"/>
                  </a:lnTo>
                  <a:lnTo>
                    <a:pt x="277656" y="608062"/>
                  </a:lnTo>
                  <a:lnTo>
                    <a:pt x="277371" y="608062"/>
                  </a:lnTo>
                  <a:lnTo>
                    <a:pt x="0" y="608062"/>
                  </a:lnTo>
                  <a:lnTo>
                    <a:pt x="0" y="482224"/>
                  </a:lnTo>
                  <a:cubicBezTo>
                    <a:pt x="0" y="466305"/>
                    <a:pt x="14519" y="451049"/>
                    <a:pt x="38621" y="438920"/>
                  </a:cubicBezTo>
                  <a:cubicBezTo>
                    <a:pt x="92141" y="411724"/>
                    <a:pt x="169668" y="377706"/>
                    <a:pt x="173464" y="376569"/>
                  </a:cubicBezTo>
                  <a:cubicBezTo>
                    <a:pt x="173464" y="376474"/>
                    <a:pt x="173464" y="376474"/>
                    <a:pt x="173558" y="376474"/>
                  </a:cubicBezTo>
                  <a:cubicBezTo>
                    <a:pt x="175741" y="375716"/>
                    <a:pt x="178018" y="375337"/>
                    <a:pt x="180486" y="375337"/>
                  </a:cubicBezTo>
                  <a:cubicBezTo>
                    <a:pt x="189595" y="375337"/>
                    <a:pt x="197282" y="381117"/>
                    <a:pt x="200223" y="389172"/>
                  </a:cubicBezTo>
                  <a:cubicBezTo>
                    <a:pt x="214078" y="422432"/>
                    <a:pt x="239414" y="481655"/>
                    <a:pt x="255166" y="510272"/>
                  </a:cubicBezTo>
                  <a:lnTo>
                    <a:pt x="258962" y="430202"/>
                  </a:lnTo>
                  <a:cubicBezTo>
                    <a:pt x="258962" y="430202"/>
                    <a:pt x="235333" y="379980"/>
                    <a:pt x="232676" y="375432"/>
                  </a:cubicBezTo>
                  <a:cubicBezTo>
                    <a:pt x="226603" y="364630"/>
                    <a:pt x="232107" y="355438"/>
                    <a:pt x="243589" y="355438"/>
                  </a:cubicBezTo>
                  <a:close/>
                  <a:moveTo>
                    <a:pt x="276250" y="0"/>
                  </a:moveTo>
                  <a:cubicBezTo>
                    <a:pt x="276725" y="0"/>
                    <a:pt x="277199" y="0"/>
                    <a:pt x="277674" y="0"/>
                  </a:cubicBezTo>
                  <a:cubicBezTo>
                    <a:pt x="277769" y="0"/>
                    <a:pt x="277769" y="0"/>
                    <a:pt x="277863" y="0"/>
                  </a:cubicBezTo>
                  <a:cubicBezTo>
                    <a:pt x="277863" y="0"/>
                    <a:pt x="277863" y="0"/>
                    <a:pt x="277958" y="0"/>
                  </a:cubicBezTo>
                  <a:cubicBezTo>
                    <a:pt x="278433" y="0"/>
                    <a:pt x="278907" y="0"/>
                    <a:pt x="279382" y="0"/>
                  </a:cubicBezTo>
                  <a:cubicBezTo>
                    <a:pt x="385487" y="0"/>
                    <a:pt x="405417" y="75615"/>
                    <a:pt x="402570" y="104895"/>
                  </a:cubicBezTo>
                  <a:cubicBezTo>
                    <a:pt x="400387" y="128395"/>
                    <a:pt x="394693" y="159001"/>
                    <a:pt x="394693" y="159001"/>
                  </a:cubicBezTo>
                  <a:cubicBezTo>
                    <a:pt x="394693" y="159001"/>
                    <a:pt x="405892" y="164118"/>
                    <a:pt x="405892" y="184774"/>
                  </a:cubicBezTo>
                  <a:cubicBezTo>
                    <a:pt x="402001" y="236511"/>
                    <a:pt x="381311" y="214149"/>
                    <a:pt x="377040" y="236890"/>
                  </a:cubicBezTo>
                  <a:cubicBezTo>
                    <a:pt x="370017" y="274603"/>
                    <a:pt x="336610" y="301893"/>
                    <a:pt x="315731" y="311274"/>
                  </a:cubicBezTo>
                  <a:cubicBezTo>
                    <a:pt x="303583" y="316770"/>
                    <a:pt x="291055" y="319518"/>
                    <a:pt x="277958" y="319707"/>
                  </a:cubicBezTo>
                  <a:lnTo>
                    <a:pt x="277958" y="319802"/>
                  </a:lnTo>
                  <a:cubicBezTo>
                    <a:pt x="277863" y="319802"/>
                    <a:pt x="277863" y="319802"/>
                    <a:pt x="277863" y="319802"/>
                  </a:cubicBezTo>
                  <a:cubicBezTo>
                    <a:pt x="277769" y="319802"/>
                    <a:pt x="277769" y="319802"/>
                    <a:pt x="277674" y="319802"/>
                  </a:cubicBezTo>
                  <a:lnTo>
                    <a:pt x="277674" y="319707"/>
                  </a:lnTo>
                  <a:cubicBezTo>
                    <a:pt x="264577" y="319518"/>
                    <a:pt x="252049" y="316770"/>
                    <a:pt x="239901" y="311274"/>
                  </a:cubicBezTo>
                  <a:cubicBezTo>
                    <a:pt x="219022" y="301893"/>
                    <a:pt x="185615" y="274603"/>
                    <a:pt x="178592" y="236890"/>
                  </a:cubicBezTo>
                  <a:cubicBezTo>
                    <a:pt x="174321" y="214149"/>
                    <a:pt x="153631" y="236511"/>
                    <a:pt x="149740" y="184774"/>
                  </a:cubicBezTo>
                  <a:cubicBezTo>
                    <a:pt x="149740" y="164118"/>
                    <a:pt x="161034" y="159001"/>
                    <a:pt x="161034" y="159001"/>
                  </a:cubicBezTo>
                  <a:cubicBezTo>
                    <a:pt x="161034" y="159001"/>
                    <a:pt x="155245" y="128395"/>
                    <a:pt x="153062" y="104895"/>
                  </a:cubicBezTo>
                  <a:cubicBezTo>
                    <a:pt x="150215" y="75615"/>
                    <a:pt x="170145" y="0"/>
                    <a:pt x="2762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98055" y="4738505"/>
            <a:ext cx="339738" cy="339738"/>
            <a:chOff x="4354694" y="3701262"/>
            <a:chExt cx="339738" cy="339738"/>
          </a:xfrm>
        </p:grpSpPr>
        <p:sp>
          <p:nvSpPr>
            <p:cNvPr id="31" name="椭圆 30"/>
            <p:cNvSpPr/>
            <p:nvPr/>
          </p:nvSpPr>
          <p:spPr>
            <a:xfrm>
              <a:off x="4354694" y="3701262"/>
              <a:ext cx="339738" cy="339738"/>
            </a:xfrm>
            <a:prstGeom prst="ellipse">
              <a:avLst/>
            </a:prstGeom>
            <a:solidFill>
              <a:srgbClr val="82A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student-with-graduation-cap_57073"/>
            <p:cNvSpPr>
              <a:spLocks noChangeAspect="1"/>
            </p:cNvSpPr>
            <p:nvPr/>
          </p:nvSpPr>
          <p:spPr bwMode="auto">
            <a:xfrm>
              <a:off x="4424477" y="3738438"/>
              <a:ext cx="201712" cy="240155"/>
            </a:xfrm>
            <a:custGeom>
              <a:avLst/>
              <a:gdLst>
                <a:gd name="connsiteX0" fmla="*/ 172784 w 510964"/>
                <a:gd name="connsiteY0" fmla="*/ 386345 h 608344"/>
                <a:gd name="connsiteX1" fmla="*/ 182733 w 510964"/>
                <a:gd name="connsiteY1" fmla="*/ 392738 h 608344"/>
                <a:gd name="connsiteX2" fmla="*/ 255039 w 510964"/>
                <a:gd name="connsiteY2" fmla="*/ 508213 h 608344"/>
                <a:gd name="connsiteX3" fmla="*/ 255531 w 510964"/>
                <a:gd name="connsiteY3" fmla="*/ 508115 h 608344"/>
                <a:gd name="connsiteX4" fmla="*/ 255925 w 510964"/>
                <a:gd name="connsiteY4" fmla="*/ 508213 h 608344"/>
                <a:gd name="connsiteX5" fmla="*/ 328231 w 510964"/>
                <a:gd name="connsiteY5" fmla="*/ 392738 h 608344"/>
                <a:gd name="connsiteX6" fmla="*/ 338278 w 510964"/>
                <a:gd name="connsiteY6" fmla="*/ 386345 h 608344"/>
                <a:gd name="connsiteX7" fmla="*/ 343795 w 510964"/>
                <a:gd name="connsiteY7" fmla="*/ 387820 h 608344"/>
                <a:gd name="connsiteX8" fmla="*/ 408023 w 510964"/>
                <a:gd name="connsiteY8" fmla="*/ 420771 h 608344"/>
                <a:gd name="connsiteX9" fmla="*/ 510964 w 510964"/>
                <a:gd name="connsiteY9" fmla="*/ 490213 h 608344"/>
                <a:gd name="connsiteX10" fmla="*/ 510964 w 510964"/>
                <a:gd name="connsiteY10" fmla="*/ 491984 h 608344"/>
                <a:gd name="connsiteX11" fmla="*/ 510964 w 510964"/>
                <a:gd name="connsiteY11" fmla="*/ 606672 h 608344"/>
                <a:gd name="connsiteX12" fmla="*/ 510964 w 510964"/>
                <a:gd name="connsiteY12" fmla="*/ 608344 h 608344"/>
                <a:gd name="connsiteX13" fmla="*/ 255925 w 510964"/>
                <a:gd name="connsiteY13" fmla="*/ 608344 h 608344"/>
                <a:gd name="connsiteX14" fmla="*/ 255531 w 510964"/>
                <a:gd name="connsiteY14" fmla="*/ 608344 h 608344"/>
                <a:gd name="connsiteX15" fmla="*/ 255039 w 510964"/>
                <a:gd name="connsiteY15" fmla="*/ 608344 h 608344"/>
                <a:gd name="connsiteX16" fmla="*/ 0 w 510964"/>
                <a:gd name="connsiteY16" fmla="*/ 608344 h 608344"/>
                <a:gd name="connsiteX17" fmla="*/ 0 w 510964"/>
                <a:gd name="connsiteY17" fmla="*/ 606672 h 608344"/>
                <a:gd name="connsiteX18" fmla="*/ 0 w 510964"/>
                <a:gd name="connsiteY18" fmla="*/ 491984 h 608344"/>
                <a:gd name="connsiteX19" fmla="*/ 0 w 510964"/>
                <a:gd name="connsiteY19" fmla="*/ 490213 h 608344"/>
                <a:gd name="connsiteX20" fmla="*/ 102941 w 510964"/>
                <a:gd name="connsiteY20" fmla="*/ 420771 h 608344"/>
                <a:gd name="connsiteX21" fmla="*/ 167169 w 510964"/>
                <a:gd name="connsiteY21" fmla="*/ 387820 h 608344"/>
                <a:gd name="connsiteX22" fmla="*/ 172784 w 510964"/>
                <a:gd name="connsiteY22" fmla="*/ 386345 h 608344"/>
                <a:gd name="connsiteX23" fmla="*/ 255517 w 510964"/>
                <a:gd name="connsiteY23" fmla="*/ 0 h 608344"/>
                <a:gd name="connsiteX24" fmla="*/ 267931 w 510964"/>
                <a:gd name="connsiteY24" fmla="*/ 3639 h 608344"/>
                <a:gd name="connsiteX25" fmla="*/ 438857 w 510964"/>
                <a:gd name="connsiteY25" fmla="*/ 87048 h 608344"/>
                <a:gd name="connsiteX26" fmla="*/ 446935 w 510964"/>
                <a:gd name="connsiteY26" fmla="*/ 96786 h 608344"/>
                <a:gd name="connsiteX27" fmla="*/ 441024 w 510964"/>
                <a:gd name="connsiteY27" fmla="*/ 105245 h 608344"/>
                <a:gd name="connsiteX28" fmla="*/ 430483 w 510964"/>
                <a:gd name="connsiteY28" fmla="*/ 110655 h 608344"/>
                <a:gd name="connsiteX29" fmla="*/ 430483 w 510964"/>
                <a:gd name="connsiteY29" fmla="*/ 165736 h 608344"/>
                <a:gd name="connsiteX30" fmla="*/ 436985 w 510964"/>
                <a:gd name="connsiteY30" fmla="*/ 176851 h 608344"/>
                <a:gd name="connsiteX31" fmla="*/ 431665 w 510964"/>
                <a:gd name="connsiteY31" fmla="*/ 186982 h 608344"/>
                <a:gd name="connsiteX32" fmla="*/ 439054 w 510964"/>
                <a:gd name="connsiteY32" fmla="*/ 227506 h 608344"/>
                <a:gd name="connsiteX33" fmla="*/ 408809 w 510964"/>
                <a:gd name="connsiteY33" fmla="*/ 227506 h 608344"/>
                <a:gd name="connsiteX34" fmla="*/ 416198 w 510964"/>
                <a:gd name="connsiteY34" fmla="*/ 186982 h 608344"/>
                <a:gd name="connsiteX35" fmla="*/ 410878 w 510964"/>
                <a:gd name="connsiteY35" fmla="*/ 176851 h 608344"/>
                <a:gd name="connsiteX36" fmla="*/ 417479 w 510964"/>
                <a:gd name="connsiteY36" fmla="*/ 165736 h 608344"/>
                <a:gd name="connsiteX37" fmla="*/ 417479 w 510964"/>
                <a:gd name="connsiteY37" fmla="*/ 116950 h 608344"/>
                <a:gd name="connsiteX38" fmla="*/ 376397 w 510964"/>
                <a:gd name="connsiteY38" fmla="*/ 136818 h 608344"/>
                <a:gd name="connsiteX39" fmla="*/ 375905 w 510964"/>
                <a:gd name="connsiteY39" fmla="*/ 157277 h 608344"/>
                <a:gd name="connsiteX40" fmla="*/ 369107 w 510964"/>
                <a:gd name="connsiteY40" fmla="*/ 201834 h 608344"/>
                <a:gd name="connsiteX41" fmla="*/ 379845 w 510964"/>
                <a:gd name="connsiteY41" fmla="*/ 226719 h 608344"/>
                <a:gd name="connsiteX42" fmla="*/ 379747 w 510964"/>
                <a:gd name="connsiteY42" fmla="*/ 227014 h 608344"/>
                <a:gd name="connsiteX43" fmla="*/ 379845 w 510964"/>
                <a:gd name="connsiteY43" fmla="*/ 228490 h 608344"/>
                <a:gd name="connsiteX44" fmla="*/ 351768 w 510964"/>
                <a:gd name="connsiteY44" fmla="*/ 279342 h 608344"/>
                <a:gd name="connsiteX45" fmla="*/ 291969 w 510964"/>
                <a:gd name="connsiteY45" fmla="*/ 351833 h 608344"/>
                <a:gd name="connsiteX46" fmla="*/ 255517 w 510964"/>
                <a:gd name="connsiteY46" fmla="*/ 360095 h 608344"/>
                <a:gd name="connsiteX47" fmla="*/ 219066 w 510964"/>
                <a:gd name="connsiteY47" fmla="*/ 351833 h 608344"/>
                <a:gd name="connsiteX48" fmla="*/ 159267 w 510964"/>
                <a:gd name="connsiteY48" fmla="*/ 279342 h 608344"/>
                <a:gd name="connsiteX49" fmla="*/ 131190 w 510964"/>
                <a:gd name="connsiteY49" fmla="*/ 228490 h 608344"/>
                <a:gd name="connsiteX50" fmla="*/ 131190 w 510964"/>
                <a:gd name="connsiteY50" fmla="*/ 227014 h 608344"/>
                <a:gd name="connsiteX51" fmla="*/ 131190 w 510964"/>
                <a:gd name="connsiteY51" fmla="*/ 226719 h 608344"/>
                <a:gd name="connsiteX52" fmla="*/ 141830 w 510964"/>
                <a:gd name="connsiteY52" fmla="*/ 201834 h 608344"/>
                <a:gd name="connsiteX53" fmla="*/ 135032 w 510964"/>
                <a:gd name="connsiteY53" fmla="*/ 157277 h 608344"/>
                <a:gd name="connsiteX54" fmla="*/ 134539 w 510964"/>
                <a:gd name="connsiteY54" fmla="*/ 136818 h 608344"/>
                <a:gd name="connsiteX55" fmla="*/ 70011 w 510964"/>
                <a:gd name="connsiteY55" fmla="*/ 105245 h 608344"/>
                <a:gd name="connsiteX56" fmla="*/ 64002 w 510964"/>
                <a:gd name="connsiteY56" fmla="*/ 96786 h 608344"/>
                <a:gd name="connsiteX57" fmla="*/ 72080 w 510964"/>
                <a:gd name="connsiteY57" fmla="*/ 87048 h 608344"/>
                <a:gd name="connsiteX58" fmla="*/ 243006 w 510964"/>
                <a:gd name="connsiteY58" fmla="*/ 3639 h 608344"/>
                <a:gd name="connsiteX59" fmla="*/ 255517 w 510964"/>
                <a:gd name="connsiteY59" fmla="*/ 0 h 60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0964" h="608344">
                  <a:moveTo>
                    <a:pt x="172784" y="386345"/>
                  </a:moveTo>
                  <a:cubicBezTo>
                    <a:pt x="177217" y="386345"/>
                    <a:pt x="180960" y="389001"/>
                    <a:pt x="182733" y="392738"/>
                  </a:cubicBezTo>
                  <a:cubicBezTo>
                    <a:pt x="200169" y="421853"/>
                    <a:pt x="232480" y="506640"/>
                    <a:pt x="255039" y="508213"/>
                  </a:cubicBezTo>
                  <a:cubicBezTo>
                    <a:pt x="255236" y="508213"/>
                    <a:pt x="255334" y="508115"/>
                    <a:pt x="255531" y="508115"/>
                  </a:cubicBezTo>
                  <a:cubicBezTo>
                    <a:pt x="255630" y="508115"/>
                    <a:pt x="255827" y="508213"/>
                    <a:pt x="255925" y="508213"/>
                  </a:cubicBezTo>
                  <a:cubicBezTo>
                    <a:pt x="278484" y="506640"/>
                    <a:pt x="310795" y="421853"/>
                    <a:pt x="328231" y="392738"/>
                  </a:cubicBezTo>
                  <a:cubicBezTo>
                    <a:pt x="330004" y="389001"/>
                    <a:pt x="333846" y="386345"/>
                    <a:pt x="338278" y="386345"/>
                  </a:cubicBezTo>
                  <a:cubicBezTo>
                    <a:pt x="340249" y="386345"/>
                    <a:pt x="342120" y="386935"/>
                    <a:pt x="343795" y="387820"/>
                  </a:cubicBezTo>
                  <a:cubicBezTo>
                    <a:pt x="350099" y="391263"/>
                    <a:pt x="386942" y="413197"/>
                    <a:pt x="408023" y="420771"/>
                  </a:cubicBezTo>
                  <a:cubicBezTo>
                    <a:pt x="479047" y="446345"/>
                    <a:pt x="510964" y="472410"/>
                    <a:pt x="510964" y="490213"/>
                  </a:cubicBezTo>
                  <a:lnTo>
                    <a:pt x="510964" y="491984"/>
                  </a:lnTo>
                  <a:lnTo>
                    <a:pt x="510964" y="606672"/>
                  </a:lnTo>
                  <a:lnTo>
                    <a:pt x="510964" y="608344"/>
                  </a:lnTo>
                  <a:lnTo>
                    <a:pt x="255925" y="608344"/>
                  </a:lnTo>
                  <a:lnTo>
                    <a:pt x="255531" y="608344"/>
                  </a:lnTo>
                  <a:lnTo>
                    <a:pt x="255039" y="608344"/>
                  </a:lnTo>
                  <a:lnTo>
                    <a:pt x="0" y="608344"/>
                  </a:lnTo>
                  <a:lnTo>
                    <a:pt x="0" y="606672"/>
                  </a:lnTo>
                  <a:lnTo>
                    <a:pt x="0" y="491984"/>
                  </a:lnTo>
                  <a:lnTo>
                    <a:pt x="0" y="490213"/>
                  </a:lnTo>
                  <a:cubicBezTo>
                    <a:pt x="0" y="472410"/>
                    <a:pt x="31917" y="446345"/>
                    <a:pt x="102941" y="420771"/>
                  </a:cubicBezTo>
                  <a:cubicBezTo>
                    <a:pt x="124121" y="413197"/>
                    <a:pt x="160865" y="391263"/>
                    <a:pt x="167169" y="387820"/>
                  </a:cubicBezTo>
                  <a:cubicBezTo>
                    <a:pt x="168844" y="386935"/>
                    <a:pt x="170715" y="386345"/>
                    <a:pt x="172784" y="386345"/>
                  </a:cubicBezTo>
                  <a:close/>
                  <a:moveTo>
                    <a:pt x="255517" y="0"/>
                  </a:moveTo>
                  <a:cubicBezTo>
                    <a:pt x="258966" y="295"/>
                    <a:pt x="263005" y="1279"/>
                    <a:pt x="267931" y="3639"/>
                  </a:cubicBezTo>
                  <a:cubicBezTo>
                    <a:pt x="279260" y="9049"/>
                    <a:pt x="393933" y="65016"/>
                    <a:pt x="438857" y="87048"/>
                  </a:cubicBezTo>
                  <a:cubicBezTo>
                    <a:pt x="445162" y="90098"/>
                    <a:pt x="447526" y="93540"/>
                    <a:pt x="446935" y="96786"/>
                  </a:cubicBezTo>
                  <a:cubicBezTo>
                    <a:pt x="447427" y="99933"/>
                    <a:pt x="445162" y="102884"/>
                    <a:pt x="441024" y="105245"/>
                  </a:cubicBezTo>
                  <a:cubicBezTo>
                    <a:pt x="439448" y="106130"/>
                    <a:pt x="435605" y="108097"/>
                    <a:pt x="430483" y="110655"/>
                  </a:cubicBezTo>
                  <a:lnTo>
                    <a:pt x="430483" y="165736"/>
                  </a:lnTo>
                  <a:cubicBezTo>
                    <a:pt x="434325" y="167998"/>
                    <a:pt x="436985" y="172031"/>
                    <a:pt x="436985" y="176851"/>
                  </a:cubicBezTo>
                  <a:cubicBezTo>
                    <a:pt x="436985" y="181080"/>
                    <a:pt x="434817" y="184621"/>
                    <a:pt x="431665" y="186982"/>
                  </a:cubicBezTo>
                  <a:cubicBezTo>
                    <a:pt x="431665" y="186982"/>
                    <a:pt x="437576" y="220129"/>
                    <a:pt x="439054" y="227506"/>
                  </a:cubicBezTo>
                  <a:cubicBezTo>
                    <a:pt x="440630" y="234883"/>
                    <a:pt x="407036" y="236654"/>
                    <a:pt x="408809" y="227506"/>
                  </a:cubicBezTo>
                  <a:cubicBezTo>
                    <a:pt x="410582" y="218260"/>
                    <a:pt x="416198" y="186982"/>
                    <a:pt x="416198" y="186982"/>
                  </a:cubicBezTo>
                  <a:cubicBezTo>
                    <a:pt x="413045" y="184621"/>
                    <a:pt x="410878" y="181080"/>
                    <a:pt x="410878" y="176851"/>
                  </a:cubicBezTo>
                  <a:cubicBezTo>
                    <a:pt x="410878" y="172031"/>
                    <a:pt x="413636" y="167998"/>
                    <a:pt x="417479" y="165736"/>
                  </a:cubicBezTo>
                  <a:lnTo>
                    <a:pt x="417479" y="116950"/>
                  </a:lnTo>
                  <a:cubicBezTo>
                    <a:pt x="403588" y="123737"/>
                    <a:pt x="386938" y="131802"/>
                    <a:pt x="376397" y="136818"/>
                  </a:cubicBezTo>
                  <a:cubicBezTo>
                    <a:pt x="376299" y="144294"/>
                    <a:pt x="376200" y="157080"/>
                    <a:pt x="375905" y="157277"/>
                  </a:cubicBezTo>
                  <a:cubicBezTo>
                    <a:pt x="373836" y="175670"/>
                    <a:pt x="370191" y="196031"/>
                    <a:pt x="369107" y="201834"/>
                  </a:cubicBezTo>
                  <a:cubicBezTo>
                    <a:pt x="370880" y="202719"/>
                    <a:pt x="379845" y="208621"/>
                    <a:pt x="379845" y="226719"/>
                  </a:cubicBezTo>
                  <a:cubicBezTo>
                    <a:pt x="379845" y="226818"/>
                    <a:pt x="379747" y="226916"/>
                    <a:pt x="379747" y="227014"/>
                  </a:cubicBezTo>
                  <a:cubicBezTo>
                    <a:pt x="379845" y="227506"/>
                    <a:pt x="379845" y="227998"/>
                    <a:pt x="379845" y="228490"/>
                  </a:cubicBezTo>
                  <a:cubicBezTo>
                    <a:pt x="376003" y="278948"/>
                    <a:pt x="355906" y="257211"/>
                    <a:pt x="351768" y="279342"/>
                  </a:cubicBezTo>
                  <a:cubicBezTo>
                    <a:pt x="344872" y="316030"/>
                    <a:pt x="312263" y="342587"/>
                    <a:pt x="291969" y="351833"/>
                  </a:cubicBezTo>
                  <a:cubicBezTo>
                    <a:pt x="280245" y="357144"/>
                    <a:pt x="268128" y="359800"/>
                    <a:pt x="255517" y="360095"/>
                  </a:cubicBezTo>
                  <a:cubicBezTo>
                    <a:pt x="242809" y="359800"/>
                    <a:pt x="230790" y="357144"/>
                    <a:pt x="219066" y="351833"/>
                  </a:cubicBezTo>
                  <a:cubicBezTo>
                    <a:pt x="198772" y="342587"/>
                    <a:pt x="166163" y="316030"/>
                    <a:pt x="159267" y="279342"/>
                  </a:cubicBezTo>
                  <a:cubicBezTo>
                    <a:pt x="155129" y="257211"/>
                    <a:pt x="135032" y="278948"/>
                    <a:pt x="131190" y="228490"/>
                  </a:cubicBezTo>
                  <a:cubicBezTo>
                    <a:pt x="131190" y="227998"/>
                    <a:pt x="131190" y="227506"/>
                    <a:pt x="131190" y="227014"/>
                  </a:cubicBezTo>
                  <a:cubicBezTo>
                    <a:pt x="131190" y="226916"/>
                    <a:pt x="131190" y="226818"/>
                    <a:pt x="131190" y="226719"/>
                  </a:cubicBezTo>
                  <a:cubicBezTo>
                    <a:pt x="131190" y="208621"/>
                    <a:pt x="140056" y="202719"/>
                    <a:pt x="141830" y="201834"/>
                  </a:cubicBezTo>
                  <a:cubicBezTo>
                    <a:pt x="140844" y="196031"/>
                    <a:pt x="137199" y="175670"/>
                    <a:pt x="135032" y="157277"/>
                  </a:cubicBezTo>
                  <a:cubicBezTo>
                    <a:pt x="134835" y="157080"/>
                    <a:pt x="134638" y="144294"/>
                    <a:pt x="134539" y="136818"/>
                  </a:cubicBezTo>
                  <a:cubicBezTo>
                    <a:pt x="115427" y="127671"/>
                    <a:pt x="75824" y="108589"/>
                    <a:pt x="70011" y="105245"/>
                  </a:cubicBezTo>
                  <a:cubicBezTo>
                    <a:pt x="65775" y="102884"/>
                    <a:pt x="63608" y="99933"/>
                    <a:pt x="64002" y="96786"/>
                  </a:cubicBezTo>
                  <a:cubicBezTo>
                    <a:pt x="63509" y="93540"/>
                    <a:pt x="65775" y="90098"/>
                    <a:pt x="72080" y="87048"/>
                  </a:cubicBezTo>
                  <a:cubicBezTo>
                    <a:pt x="117102" y="65016"/>
                    <a:pt x="231677" y="9049"/>
                    <a:pt x="243006" y="3639"/>
                  </a:cubicBezTo>
                  <a:cubicBezTo>
                    <a:pt x="247932" y="1279"/>
                    <a:pt x="252069" y="295"/>
                    <a:pt x="2555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pic>
        <p:nvPicPr>
          <p:cNvPr id="2" name="图片 1" descr="3批-(1)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>
            <a:off x="5066030" y="431800"/>
            <a:ext cx="1806575" cy="178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20805" y="0"/>
            <a:ext cx="7124298" cy="6858000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941165" y="1957635"/>
            <a:ext cx="673121" cy="6731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五</a:t>
            </a:r>
          </a:p>
        </p:txBody>
      </p:sp>
      <p:sp>
        <p:nvSpPr>
          <p:cNvPr id="6" name="椭圆 5"/>
          <p:cNvSpPr/>
          <p:nvPr/>
        </p:nvSpPr>
        <p:spPr>
          <a:xfrm>
            <a:off x="2700079" y="1957635"/>
            <a:ext cx="673121" cy="6731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十</a:t>
            </a:r>
          </a:p>
        </p:txBody>
      </p:sp>
      <p:sp>
        <p:nvSpPr>
          <p:cNvPr id="7" name="椭圆 6"/>
          <p:cNvSpPr/>
          <p:nvPr/>
        </p:nvSpPr>
        <p:spPr>
          <a:xfrm>
            <a:off x="3454080" y="1959952"/>
            <a:ext cx="673121" cy="6731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美</a:t>
            </a:r>
          </a:p>
        </p:txBody>
      </p:sp>
      <p:sp>
        <p:nvSpPr>
          <p:cNvPr id="8" name="椭圆 7"/>
          <p:cNvSpPr/>
          <p:nvPr/>
        </p:nvSpPr>
        <p:spPr>
          <a:xfrm>
            <a:off x="4212993" y="1959952"/>
            <a:ext cx="673121" cy="6731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元</a:t>
            </a:r>
          </a:p>
        </p:txBody>
      </p:sp>
      <p:sp>
        <p:nvSpPr>
          <p:cNvPr id="9" name="矩形 8"/>
          <p:cNvSpPr/>
          <p:nvPr/>
        </p:nvSpPr>
        <p:spPr>
          <a:xfrm>
            <a:off x="1883412" y="2801057"/>
            <a:ext cx="4212588" cy="3429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今年 10 月，路透社报道了一起真实案件：</a:t>
            </a: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一个人给 AI 写了不到 100 字的指令，让它自己去入侵电商网站。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试了 1200 多个网站，攻破 100 多个，平均 23 小时攻破一个。</a:t>
            </a: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总共花了 5000 美元——攻破一个网站，只要 50 美元。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按理说，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应该拒绝帮人干这种事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——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教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拒绝坏请求，正是「对齐」要做的。
另一个例子：一段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2023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年就公开的「越狱」话术（专门诱导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说出本该拒绝的内容），三年后原样拿来用，成功率仍有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69%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>
              <a:lnSpc>
                <a:spcPct val="130000"/>
              </a:lnSpc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96000" y="2101020"/>
            <a:ext cx="5696197" cy="3661840"/>
            <a:chOff x="4777339" y="1072987"/>
            <a:chExt cx="7084905" cy="455458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7339" y="1072987"/>
              <a:ext cx="7084905" cy="4554582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5996539" y="1787090"/>
              <a:ext cx="4653280" cy="2905760"/>
            </a:xfrm>
            <a:prstGeom prst="rect">
              <a:avLst/>
            </a:prstGeom>
            <a:blipFill dpi="0" rotWithShape="1">
              <a:blip r:embed="rId3"/>
              <a:stretch>
                <a:fillRect b="-30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quotation-mark_32371"/>
          <p:cNvSpPr>
            <a:spLocks noChangeAspect="1"/>
          </p:cNvSpPr>
          <p:nvPr/>
        </p:nvSpPr>
        <p:spPr bwMode="auto">
          <a:xfrm>
            <a:off x="1510197" y="434782"/>
            <a:ext cx="1158282" cy="1075027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图片 2" descr="桌子上放着笔记本电脑和手机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1"/>
          <a:stretch>
            <a:fillRect/>
          </a:stretch>
        </p:blipFill>
        <p:spPr>
          <a:xfrm>
            <a:off x="7055205" y="2675151"/>
            <a:ext cx="3787370" cy="2336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70368" y="1193287"/>
            <a:ext cx="425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What is alignment</a:t>
            </a:r>
          </a:p>
        </p:txBody>
      </p:sp>
      <p:sp>
        <p:nvSpPr>
          <p:cNvPr id="5" name="PA_文本框 2"/>
          <p:cNvSpPr txBox="1"/>
          <p:nvPr>
            <p:custDataLst>
              <p:tags r:id="rId1"/>
            </p:custDataLst>
          </p:nvPr>
        </p:nvSpPr>
        <p:spPr>
          <a:xfrm>
            <a:off x="2438399" y="644662"/>
            <a:ext cx="7315200" cy="599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对齐是什么：教 AI 按人的喜好回答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2684113" y="2374475"/>
            <a:ext cx="583996" cy="724438"/>
          </a:xfrm>
          <a:custGeom>
            <a:avLst/>
            <a:gdLst>
              <a:gd name="T0" fmla="*/ 200 w 216"/>
              <a:gd name="T1" fmla="*/ 1 h 214"/>
              <a:gd name="T2" fmla="*/ 16 w 216"/>
              <a:gd name="T3" fmla="*/ 1 h 214"/>
              <a:gd name="T4" fmla="*/ 0 w 216"/>
              <a:gd name="T5" fmla="*/ 16 h 214"/>
              <a:gd name="T6" fmla="*/ 0 w 216"/>
              <a:gd name="T7" fmla="*/ 197 h 214"/>
              <a:gd name="T8" fmla="*/ 16 w 216"/>
              <a:gd name="T9" fmla="*/ 214 h 214"/>
              <a:gd name="T10" fmla="*/ 200 w 216"/>
              <a:gd name="T11" fmla="*/ 214 h 214"/>
              <a:gd name="T12" fmla="*/ 216 w 216"/>
              <a:gd name="T13" fmla="*/ 198 h 214"/>
              <a:gd name="T14" fmla="*/ 216 w 216"/>
              <a:gd name="T15" fmla="*/ 18 h 214"/>
              <a:gd name="T16" fmla="*/ 200 w 216"/>
              <a:gd name="T17" fmla="*/ 1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6" h="214">
                <a:moveTo>
                  <a:pt x="200" y="1"/>
                </a:moveTo>
                <a:cubicBezTo>
                  <a:pt x="16" y="1"/>
                  <a:pt x="16" y="1"/>
                  <a:pt x="16" y="1"/>
                </a:cubicBezTo>
                <a:cubicBezTo>
                  <a:pt x="7" y="0"/>
                  <a:pt x="0" y="7"/>
                  <a:pt x="0" y="16"/>
                </a:cubicBezTo>
                <a:cubicBezTo>
                  <a:pt x="0" y="197"/>
                  <a:pt x="0" y="197"/>
                  <a:pt x="0" y="197"/>
                </a:cubicBezTo>
                <a:cubicBezTo>
                  <a:pt x="0" y="206"/>
                  <a:pt x="7" y="213"/>
                  <a:pt x="16" y="214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9" y="214"/>
                  <a:pt x="216" y="207"/>
                  <a:pt x="216" y="198"/>
                </a:cubicBezTo>
                <a:cubicBezTo>
                  <a:pt x="216" y="18"/>
                  <a:pt x="216" y="18"/>
                  <a:pt x="216" y="18"/>
                </a:cubicBezTo>
                <a:cubicBezTo>
                  <a:pt x="216" y="9"/>
                  <a:pt x="209" y="1"/>
                  <a:pt x="200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</a:p>
        </p:txBody>
      </p:sp>
      <p:sp>
        <p:nvSpPr>
          <p:cNvPr id="7" name="Freeform 7"/>
          <p:cNvSpPr/>
          <p:nvPr/>
        </p:nvSpPr>
        <p:spPr bwMode="auto">
          <a:xfrm>
            <a:off x="628070" y="2120136"/>
            <a:ext cx="2081864" cy="3775075"/>
          </a:xfrm>
          <a:custGeom>
            <a:avLst/>
            <a:gdLst>
              <a:gd name="T0" fmla="*/ 353 w 615"/>
              <a:gd name="T1" fmla="*/ 1115 h 1115"/>
              <a:gd name="T2" fmla="*/ 0 w 615"/>
              <a:gd name="T3" fmla="*/ 1115 h 1115"/>
              <a:gd name="T4" fmla="*/ 0 w 615"/>
              <a:gd name="T5" fmla="*/ 262 h 1115"/>
              <a:gd name="T6" fmla="*/ 262 w 615"/>
              <a:gd name="T7" fmla="*/ 0 h 1115"/>
              <a:gd name="T8" fmla="*/ 615 w 615"/>
              <a:gd name="T9" fmla="*/ 0 h 1115"/>
              <a:gd name="T10" fmla="*/ 615 w 615"/>
              <a:gd name="T11" fmla="*/ 853 h 1115"/>
              <a:gd name="T12" fmla="*/ 353 w 615"/>
              <a:gd name="T13" fmla="*/ 1115 h 1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5" h="1115">
                <a:moveTo>
                  <a:pt x="353" y="1115"/>
                </a:moveTo>
                <a:cubicBezTo>
                  <a:pt x="0" y="1115"/>
                  <a:pt x="0" y="1115"/>
                  <a:pt x="0" y="1115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117"/>
                  <a:pt x="117" y="0"/>
                  <a:pt x="262" y="0"/>
                </a:cubicBezTo>
                <a:cubicBezTo>
                  <a:pt x="615" y="0"/>
                  <a:pt x="615" y="0"/>
                  <a:pt x="615" y="0"/>
                </a:cubicBezTo>
                <a:cubicBezTo>
                  <a:pt x="615" y="853"/>
                  <a:pt x="615" y="853"/>
                  <a:pt x="615" y="853"/>
                </a:cubicBezTo>
                <a:cubicBezTo>
                  <a:pt x="615" y="998"/>
                  <a:pt x="498" y="1115"/>
                  <a:pt x="353" y="1115"/>
                </a:cubicBezTo>
                <a:close/>
              </a:path>
            </a:pathLst>
          </a:custGeom>
          <a:solidFill>
            <a:srgbClr val="838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8" name="Freeform 5"/>
          <p:cNvSpPr/>
          <p:nvPr/>
        </p:nvSpPr>
        <p:spPr bwMode="auto">
          <a:xfrm>
            <a:off x="5529530" y="2374475"/>
            <a:ext cx="583996" cy="724438"/>
          </a:xfrm>
          <a:custGeom>
            <a:avLst/>
            <a:gdLst>
              <a:gd name="T0" fmla="*/ 200 w 216"/>
              <a:gd name="T1" fmla="*/ 1 h 214"/>
              <a:gd name="T2" fmla="*/ 16 w 216"/>
              <a:gd name="T3" fmla="*/ 1 h 214"/>
              <a:gd name="T4" fmla="*/ 0 w 216"/>
              <a:gd name="T5" fmla="*/ 16 h 214"/>
              <a:gd name="T6" fmla="*/ 0 w 216"/>
              <a:gd name="T7" fmla="*/ 197 h 214"/>
              <a:gd name="T8" fmla="*/ 16 w 216"/>
              <a:gd name="T9" fmla="*/ 214 h 214"/>
              <a:gd name="T10" fmla="*/ 200 w 216"/>
              <a:gd name="T11" fmla="*/ 214 h 214"/>
              <a:gd name="T12" fmla="*/ 216 w 216"/>
              <a:gd name="T13" fmla="*/ 198 h 214"/>
              <a:gd name="T14" fmla="*/ 216 w 216"/>
              <a:gd name="T15" fmla="*/ 18 h 214"/>
              <a:gd name="T16" fmla="*/ 200 w 216"/>
              <a:gd name="T17" fmla="*/ 1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6" h="214">
                <a:moveTo>
                  <a:pt x="200" y="1"/>
                </a:moveTo>
                <a:cubicBezTo>
                  <a:pt x="16" y="1"/>
                  <a:pt x="16" y="1"/>
                  <a:pt x="16" y="1"/>
                </a:cubicBezTo>
                <a:cubicBezTo>
                  <a:pt x="7" y="0"/>
                  <a:pt x="0" y="7"/>
                  <a:pt x="0" y="16"/>
                </a:cubicBezTo>
                <a:cubicBezTo>
                  <a:pt x="0" y="197"/>
                  <a:pt x="0" y="197"/>
                  <a:pt x="0" y="197"/>
                </a:cubicBezTo>
                <a:cubicBezTo>
                  <a:pt x="0" y="206"/>
                  <a:pt x="7" y="213"/>
                  <a:pt x="16" y="214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9" y="214"/>
                  <a:pt x="216" y="207"/>
                  <a:pt x="216" y="198"/>
                </a:cubicBezTo>
                <a:cubicBezTo>
                  <a:pt x="216" y="18"/>
                  <a:pt x="216" y="18"/>
                  <a:pt x="216" y="18"/>
                </a:cubicBezTo>
                <a:cubicBezTo>
                  <a:pt x="216" y="9"/>
                  <a:pt x="209" y="1"/>
                  <a:pt x="200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</a:p>
        </p:txBody>
      </p:sp>
      <p:sp>
        <p:nvSpPr>
          <p:cNvPr id="9" name="Freeform 6"/>
          <p:cNvSpPr/>
          <p:nvPr/>
        </p:nvSpPr>
        <p:spPr bwMode="auto">
          <a:xfrm>
            <a:off x="3523498" y="2120136"/>
            <a:ext cx="2083292" cy="3775075"/>
          </a:xfrm>
          <a:custGeom>
            <a:avLst/>
            <a:gdLst>
              <a:gd name="T0" fmla="*/ 353 w 615"/>
              <a:gd name="T1" fmla="*/ 1115 h 1115"/>
              <a:gd name="T2" fmla="*/ 0 w 615"/>
              <a:gd name="T3" fmla="*/ 1115 h 1115"/>
              <a:gd name="T4" fmla="*/ 0 w 615"/>
              <a:gd name="T5" fmla="*/ 262 h 1115"/>
              <a:gd name="T6" fmla="*/ 262 w 615"/>
              <a:gd name="T7" fmla="*/ 0 h 1115"/>
              <a:gd name="T8" fmla="*/ 615 w 615"/>
              <a:gd name="T9" fmla="*/ 0 h 1115"/>
              <a:gd name="T10" fmla="*/ 615 w 615"/>
              <a:gd name="T11" fmla="*/ 853 h 1115"/>
              <a:gd name="T12" fmla="*/ 353 w 615"/>
              <a:gd name="T13" fmla="*/ 1115 h 1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5" h="1115">
                <a:moveTo>
                  <a:pt x="353" y="1115"/>
                </a:moveTo>
                <a:cubicBezTo>
                  <a:pt x="0" y="1115"/>
                  <a:pt x="0" y="1115"/>
                  <a:pt x="0" y="1115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117"/>
                  <a:pt x="117" y="0"/>
                  <a:pt x="262" y="0"/>
                </a:cubicBezTo>
                <a:cubicBezTo>
                  <a:pt x="615" y="0"/>
                  <a:pt x="615" y="0"/>
                  <a:pt x="615" y="0"/>
                </a:cubicBezTo>
                <a:cubicBezTo>
                  <a:pt x="615" y="853"/>
                  <a:pt x="615" y="853"/>
                  <a:pt x="615" y="853"/>
                </a:cubicBezTo>
                <a:cubicBezTo>
                  <a:pt x="615" y="998"/>
                  <a:pt x="498" y="1115"/>
                  <a:pt x="353" y="1115"/>
                </a:cubicBezTo>
                <a:close/>
              </a:path>
            </a:pathLst>
          </a:cu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0" name="Freeform 5"/>
          <p:cNvSpPr/>
          <p:nvPr/>
        </p:nvSpPr>
        <p:spPr bwMode="auto">
          <a:xfrm>
            <a:off x="8374947" y="2374475"/>
            <a:ext cx="583996" cy="724438"/>
          </a:xfrm>
          <a:custGeom>
            <a:avLst/>
            <a:gdLst>
              <a:gd name="T0" fmla="*/ 200 w 216"/>
              <a:gd name="T1" fmla="*/ 1 h 214"/>
              <a:gd name="T2" fmla="*/ 16 w 216"/>
              <a:gd name="T3" fmla="*/ 1 h 214"/>
              <a:gd name="T4" fmla="*/ 0 w 216"/>
              <a:gd name="T5" fmla="*/ 16 h 214"/>
              <a:gd name="T6" fmla="*/ 0 w 216"/>
              <a:gd name="T7" fmla="*/ 197 h 214"/>
              <a:gd name="T8" fmla="*/ 16 w 216"/>
              <a:gd name="T9" fmla="*/ 214 h 214"/>
              <a:gd name="T10" fmla="*/ 200 w 216"/>
              <a:gd name="T11" fmla="*/ 214 h 214"/>
              <a:gd name="T12" fmla="*/ 216 w 216"/>
              <a:gd name="T13" fmla="*/ 198 h 214"/>
              <a:gd name="T14" fmla="*/ 216 w 216"/>
              <a:gd name="T15" fmla="*/ 18 h 214"/>
              <a:gd name="T16" fmla="*/ 200 w 216"/>
              <a:gd name="T17" fmla="*/ 1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6" h="214">
                <a:moveTo>
                  <a:pt x="200" y="1"/>
                </a:moveTo>
                <a:cubicBezTo>
                  <a:pt x="16" y="1"/>
                  <a:pt x="16" y="1"/>
                  <a:pt x="16" y="1"/>
                </a:cubicBezTo>
                <a:cubicBezTo>
                  <a:pt x="7" y="0"/>
                  <a:pt x="0" y="7"/>
                  <a:pt x="0" y="16"/>
                </a:cubicBezTo>
                <a:cubicBezTo>
                  <a:pt x="0" y="197"/>
                  <a:pt x="0" y="197"/>
                  <a:pt x="0" y="197"/>
                </a:cubicBezTo>
                <a:cubicBezTo>
                  <a:pt x="0" y="206"/>
                  <a:pt x="7" y="213"/>
                  <a:pt x="16" y="214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9" y="214"/>
                  <a:pt x="216" y="207"/>
                  <a:pt x="216" y="198"/>
                </a:cubicBezTo>
                <a:cubicBezTo>
                  <a:pt x="216" y="18"/>
                  <a:pt x="216" y="18"/>
                  <a:pt x="216" y="18"/>
                </a:cubicBezTo>
                <a:cubicBezTo>
                  <a:pt x="216" y="9"/>
                  <a:pt x="209" y="1"/>
                  <a:pt x="200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</a:p>
        </p:txBody>
      </p:sp>
      <p:sp>
        <p:nvSpPr>
          <p:cNvPr id="11" name="Freeform 6"/>
          <p:cNvSpPr/>
          <p:nvPr/>
        </p:nvSpPr>
        <p:spPr bwMode="auto">
          <a:xfrm>
            <a:off x="6368915" y="2120136"/>
            <a:ext cx="2083292" cy="3775075"/>
          </a:xfrm>
          <a:custGeom>
            <a:avLst/>
            <a:gdLst>
              <a:gd name="T0" fmla="*/ 353 w 615"/>
              <a:gd name="T1" fmla="*/ 1115 h 1115"/>
              <a:gd name="T2" fmla="*/ 0 w 615"/>
              <a:gd name="T3" fmla="*/ 1115 h 1115"/>
              <a:gd name="T4" fmla="*/ 0 w 615"/>
              <a:gd name="T5" fmla="*/ 262 h 1115"/>
              <a:gd name="T6" fmla="*/ 262 w 615"/>
              <a:gd name="T7" fmla="*/ 0 h 1115"/>
              <a:gd name="T8" fmla="*/ 615 w 615"/>
              <a:gd name="T9" fmla="*/ 0 h 1115"/>
              <a:gd name="T10" fmla="*/ 615 w 615"/>
              <a:gd name="T11" fmla="*/ 853 h 1115"/>
              <a:gd name="T12" fmla="*/ 353 w 615"/>
              <a:gd name="T13" fmla="*/ 1115 h 1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5" h="1115">
                <a:moveTo>
                  <a:pt x="353" y="1115"/>
                </a:moveTo>
                <a:cubicBezTo>
                  <a:pt x="0" y="1115"/>
                  <a:pt x="0" y="1115"/>
                  <a:pt x="0" y="1115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117"/>
                  <a:pt x="117" y="0"/>
                  <a:pt x="262" y="0"/>
                </a:cubicBezTo>
                <a:cubicBezTo>
                  <a:pt x="615" y="0"/>
                  <a:pt x="615" y="0"/>
                  <a:pt x="615" y="0"/>
                </a:cubicBezTo>
                <a:cubicBezTo>
                  <a:pt x="615" y="853"/>
                  <a:pt x="615" y="853"/>
                  <a:pt x="615" y="853"/>
                </a:cubicBezTo>
                <a:cubicBezTo>
                  <a:pt x="615" y="998"/>
                  <a:pt x="498" y="1115"/>
                  <a:pt x="353" y="1115"/>
                </a:cubicBezTo>
                <a:close/>
              </a:path>
            </a:pathLst>
          </a:custGeom>
          <a:solidFill>
            <a:srgbClr val="C1DC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2" name="Freeform 5"/>
          <p:cNvSpPr/>
          <p:nvPr/>
        </p:nvSpPr>
        <p:spPr bwMode="auto">
          <a:xfrm>
            <a:off x="11220364" y="2374475"/>
            <a:ext cx="583996" cy="724438"/>
          </a:xfrm>
          <a:custGeom>
            <a:avLst/>
            <a:gdLst>
              <a:gd name="T0" fmla="*/ 200 w 216"/>
              <a:gd name="T1" fmla="*/ 1 h 214"/>
              <a:gd name="T2" fmla="*/ 16 w 216"/>
              <a:gd name="T3" fmla="*/ 1 h 214"/>
              <a:gd name="T4" fmla="*/ 0 w 216"/>
              <a:gd name="T5" fmla="*/ 16 h 214"/>
              <a:gd name="T6" fmla="*/ 0 w 216"/>
              <a:gd name="T7" fmla="*/ 197 h 214"/>
              <a:gd name="T8" fmla="*/ 16 w 216"/>
              <a:gd name="T9" fmla="*/ 214 h 214"/>
              <a:gd name="T10" fmla="*/ 200 w 216"/>
              <a:gd name="T11" fmla="*/ 214 h 214"/>
              <a:gd name="T12" fmla="*/ 216 w 216"/>
              <a:gd name="T13" fmla="*/ 198 h 214"/>
              <a:gd name="T14" fmla="*/ 216 w 216"/>
              <a:gd name="T15" fmla="*/ 18 h 214"/>
              <a:gd name="T16" fmla="*/ 200 w 216"/>
              <a:gd name="T17" fmla="*/ 1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6" h="214">
                <a:moveTo>
                  <a:pt x="200" y="1"/>
                </a:moveTo>
                <a:cubicBezTo>
                  <a:pt x="16" y="1"/>
                  <a:pt x="16" y="1"/>
                  <a:pt x="16" y="1"/>
                </a:cubicBezTo>
                <a:cubicBezTo>
                  <a:pt x="7" y="0"/>
                  <a:pt x="0" y="7"/>
                  <a:pt x="0" y="16"/>
                </a:cubicBezTo>
                <a:cubicBezTo>
                  <a:pt x="0" y="197"/>
                  <a:pt x="0" y="197"/>
                  <a:pt x="0" y="197"/>
                </a:cubicBezTo>
                <a:cubicBezTo>
                  <a:pt x="0" y="206"/>
                  <a:pt x="7" y="213"/>
                  <a:pt x="16" y="214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9" y="214"/>
                  <a:pt x="216" y="207"/>
                  <a:pt x="216" y="198"/>
                </a:cubicBezTo>
                <a:cubicBezTo>
                  <a:pt x="216" y="18"/>
                  <a:pt x="216" y="18"/>
                  <a:pt x="216" y="18"/>
                </a:cubicBezTo>
                <a:cubicBezTo>
                  <a:pt x="216" y="9"/>
                  <a:pt x="209" y="1"/>
                  <a:pt x="200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</a:p>
        </p:txBody>
      </p:sp>
      <p:sp>
        <p:nvSpPr>
          <p:cNvPr id="13" name="Freeform 7"/>
          <p:cNvSpPr/>
          <p:nvPr/>
        </p:nvSpPr>
        <p:spPr bwMode="auto">
          <a:xfrm>
            <a:off x="9164321" y="2120136"/>
            <a:ext cx="2081864" cy="3775075"/>
          </a:xfrm>
          <a:custGeom>
            <a:avLst/>
            <a:gdLst>
              <a:gd name="T0" fmla="*/ 353 w 615"/>
              <a:gd name="T1" fmla="*/ 1115 h 1115"/>
              <a:gd name="T2" fmla="*/ 0 w 615"/>
              <a:gd name="T3" fmla="*/ 1115 h 1115"/>
              <a:gd name="T4" fmla="*/ 0 w 615"/>
              <a:gd name="T5" fmla="*/ 262 h 1115"/>
              <a:gd name="T6" fmla="*/ 262 w 615"/>
              <a:gd name="T7" fmla="*/ 0 h 1115"/>
              <a:gd name="T8" fmla="*/ 615 w 615"/>
              <a:gd name="T9" fmla="*/ 0 h 1115"/>
              <a:gd name="T10" fmla="*/ 615 w 615"/>
              <a:gd name="T11" fmla="*/ 853 h 1115"/>
              <a:gd name="T12" fmla="*/ 353 w 615"/>
              <a:gd name="T13" fmla="*/ 1115 h 1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5" h="1115">
                <a:moveTo>
                  <a:pt x="353" y="1115"/>
                </a:moveTo>
                <a:cubicBezTo>
                  <a:pt x="0" y="1115"/>
                  <a:pt x="0" y="1115"/>
                  <a:pt x="0" y="1115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117"/>
                  <a:pt x="117" y="0"/>
                  <a:pt x="262" y="0"/>
                </a:cubicBezTo>
                <a:cubicBezTo>
                  <a:pt x="615" y="0"/>
                  <a:pt x="615" y="0"/>
                  <a:pt x="615" y="0"/>
                </a:cubicBezTo>
                <a:cubicBezTo>
                  <a:pt x="615" y="853"/>
                  <a:pt x="615" y="853"/>
                  <a:pt x="615" y="853"/>
                </a:cubicBezTo>
                <a:cubicBezTo>
                  <a:pt x="615" y="998"/>
                  <a:pt x="498" y="1115"/>
                  <a:pt x="353" y="1115"/>
                </a:cubicBezTo>
                <a:close/>
              </a:path>
            </a:pathLst>
          </a:custGeom>
          <a:solidFill>
            <a:srgbClr val="B2BB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grpSp>
        <p:nvGrpSpPr>
          <p:cNvPr id="14" name="Group 24"/>
          <p:cNvGrpSpPr/>
          <p:nvPr/>
        </p:nvGrpSpPr>
        <p:grpSpPr>
          <a:xfrm>
            <a:off x="1351921" y="2777456"/>
            <a:ext cx="689578" cy="637154"/>
            <a:chOff x="2554288" y="1943100"/>
            <a:chExt cx="542925" cy="501650"/>
          </a:xfrm>
          <a:solidFill>
            <a:schemeClr val="bg1"/>
          </a:solidFill>
        </p:grpSpPr>
        <p:sp>
          <p:nvSpPr>
            <p:cNvPr id="15" name="Freeform 58"/>
            <p:cNvSpPr/>
            <p:nvPr/>
          </p:nvSpPr>
          <p:spPr bwMode="auto">
            <a:xfrm>
              <a:off x="2554288" y="1943100"/>
              <a:ext cx="542925" cy="403225"/>
            </a:xfrm>
            <a:custGeom>
              <a:avLst/>
              <a:gdLst>
                <a:gd name="T0" fmla="*/ 2095 w 3422"/>
                <a:gd name="T1" fmla="*/ 44 h 2536"/>
                <a:gd name="T2" fmla="*/ 2418 w 3422"/>
                <a:gd name="T3" fmla="*/ 212 h 2536"/>
                <a:gd name="T4" fmla="*/ 2659 w 3422"/>
                <a:gd name="T5" fmla="*/ 486 h 2536"/>
                <a:gd name="T6" fmla="*/ 2782 w 3422"/>
                <a:gd name="T7" fmla="*/ 825 h 2536"/>
                <a:gd name="T8" fmla="*/ 3094 w 3422"/>
                <a:gd name="T9" fmla="*/ 984 h 2536"/>
                <a:gd name="T10" fmla="*/ 3317 w 3422"/>
                <a:gd name="T11" fmla="*/ 1253 h 2536"/>
                <a:gd name="T12" fmla="*/ 3419 w 3422"/>
                <a:gd name="T13" fmla="*/ 1593 h 2536"/>
                <a:gd name="T14" fmla="*/ 3383 w 3422"/>
                <a:gd name="T15" fmla="*/ 1921 h 2536"/>
                <a:gd name="T16" fmla="*/ 3235 w 3422"/>
                <a:gd name="T17" fmla="*/ 2207 h 2536"/>
                <a:gd name="T18" fmla="*/ 2991 w 3422"/>
                <a:gd name="T19" fmla="*/ 2422 h 2536"/>
                <a:gd name="T20" fmla="*/ 2692 w 3422"/>
                <a:gd name="T21" fmla="*/ 2529 h 2536"/>
                <a:gd name="T22" fmla="*/ 2039 w 3422"/>
                <a:gd name="T23" fmla="*/ 2514 h 2536"/>
                <a:gd name="T24" fmla="*/ 2006 w 3422"/>
                <a:gd name="T25" fmla="*/ 2419 h 2536"/>
                <a:gd name="T26" fmla="*/ 2077 w 3422"/>
                <a:gd name="T27" fmla="*/ 2348 h 2536"/>
                <a:gd name="T28" fmla="*/ 2800 w 3422"/>
                <a:gd name="T29" fmla="*/ 2303 h 2536"/>
                <a:gd name="T30" fmla="*/ 3052 w 3422"/>
                <a:gd name="T31" fmla="*/ 2127 h 2536"/>
                <a:gd name="T32" fmla="*/ 3204 w 3422"/>
                <a:gd name="T33" fmla="*/ 1857 h 2536"/>
                <a:gd name="T34" fmla="*/ 3221 w 3422"/>
                <a:gd name="T35" fmla="*/ 1546 h 2536"/>
                <a:gd name="T36" fmla="*/ 3109 w 3422"/>
                <a:gd name="T37" fmla="*/ 1274 h 2536"/>
                <a:gd name="T38" fmla="*/ 2900 w 3422"/>
                <a:gd name="T39" fmla="*/ 1077 h 2536"/>
                <a:gd name="T40" fmla="*/ 2662 w 3422"/>
                <a:gd name="T41" fmla="*/ 989 h 2536"/>
                <a:gd name="T42" fmla="*/ 2604 w 3422"/>
                <a:gd name="T43" fmla="*/ 910 h 2536"/>
                <a:gd name="T44" fmla="*/ 2505 w 3422"/>
                <a:gd name="T45" fmla="*/ 596 h 2536"/>
                <a:gd name="T46" fmla="*/ 2296 w 3422"/>
                <a:gd name="T47" fmla="*/ 354 h 2536"/>
                <a:gd name="T48" fmla="*/ 2007 w 3422"/>
                <a:gd name="T49" fmla="*/ 214 h 2536"/>
                <a:gd name="T50" fmla="*/ 1676 w 3422"/>
                <a:gd name="T51" fmla="*/ 199 h 2536"/>
                <a:gd name="T52" fmla="*/ 1377 w 3422"/>
                <a:gd name="T53" fmla="*/ 314 h 2536"/>
                <a:gd name="T54" fmla="*/ 1146 w 3422"/>
                <a:gd name="T55" fmla="*/ 534 h 2536"/>
                <a:gd name="T56" fmla="*/ 1040 w 3422"/>
                <a:gd name="T57" fmla="*/ 690 h 2536"/>
                <a:gd name="T58" fmla="*/ 924 w 3422"/>
                <a:gd name="T59" fmla="*/ 684 h 2536"/>
                <a:gd name="T60" fmla="*/ 705 w 3422"/>
                <a:gd name="T61" fmla="*/ 703 h 2536"/>
                <a:gd name="T62" fmla="*/ 538 w 3422"/>
                <a:gd name="T63" fmla="*/ 849 h 2536"/>
                <a:gd name="T64" fmla="*/ 492 w 3422"/>
                <a:gd name="T65" fmla="*/ 1068 h 2536"/>
                <a:gd name="T66" fmla="*/ 511 w 3422"/>
                <a:gd name="T67" fmla="*/ 1212 h 2536"/>
                <a:gd name="T68" fmla="*/ 382 w 3422"/>
                <a:gd name="T69" fmla="*/ 1326 h 2536"/>
                <a:gd name="T70" fmla="*/ 231 w 3422"/>
                <a:gd name="T71" fmla="*/ 1539 h 2536"/>
                <a:gd name="T72" fmla="*/ 193 w 3422"/>
                <a:gd name="T73" fmla="*/ 1808 h 2536"/>
                <a:gd name="T74" fmla="*/ 293 w 3422"/>
                <a:gd name="T75" fmla="*/ 2086 h 2536"/>
                <a:gd name="T76" fmla="*/ 503 w 3422"/>
                <a:gd name="T77" fmla="*/ 2282 h 2536"/>
                <a:gd name="T78" fmla="*/ 1322 w 3422"/>
                <a:gd name="T79" fmla="*/ 2346 h 2536"/>
                <a:gd name="T80" fmla="*/ 1407 w 3422"/>
                <a:gd name="T81" fmla="*/ 2399 h 2536"/>
                <a:gd name="T82" fmla="*/ 1396 w 3422"/>
                <a:gd name="T83" fmla="*/ 2501 h 2536"/>
                <a:gd name="T84" fmla="*/ 711 w 3422"/>
                <a:gd name="T85" fmla="*/ 2536 h 2536"/>
                <a:gd name="T86" fmla="*/ 408 w 3422"/>
                <a:gd name="T87" fmla="*/ 2448 h 2536"/>
                <a:gd name="T88" fmla="*/ 163 w 3422"/>
                <a:gd name="T89" fmla="*/ 2231 h 2536"/>
                <a:gd name="T90" fmla="*/ 24 w 3422"/>
                <a:gd name="T91" fmla="*/ 1940 h 2536"/>
                <a:gd name="T92" fmla="*/ 11 w 3422"/>
                <a:gd name="T93" fmla="*/ 1618 h 2536"/>
                <a:gd name="T94" fmla="*/ 132 w 3422"/>
                <a:gd name="T95" fmla="*/ 1325 h 2536"/>
                <a:gd name="T96" fmla="*/ 305 w 3422"/>
                <a:gd name="T97" fmla="*/ 1103 h 2536"/>
                <a:gd name="T98" fmla="*/ 327 w 3422"/>
                <a:gd name="T99" fmla="*/ 857 h 2536"/>
                <a:gd name="T100" fmla="*/ 479 w 3422"/>
                <a:gd name="T101" fmla="*/ 626 h 2536"/>
                <a:gd name="T102" fmla="*/ 725 w 3422"/>
                <a:gd name="T103" fmla="*/ 499 h 2536"/>
                <a:gd name="T104" fmla="*/ 982 w 3422"/>
                <a:gd name="T105" fmla="*/ 439 h 2536"/>
                <a:gd name="T106" fmla="*/ 1212 w 3422"/>
                <a:gd name="T107" fmla="*/ 197 h 2536"/>
                <a:gd name="T108" fmla="*/ 1525 w 3422"/>
                <a:gd name="T109" fmla="*/ 41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21" h="2536">
                  <a:moveTo>
                    <a:pt x="1805" y="0"/>
                  </a:moveTo>
                  <a:lnTo>
                    <a:pt x="1879" y="3"/>
                  </a:lnTo>
                  <a:lnTo>
                    <a:pt x="1952" y="12"/>
                  </a:lnTo>
                  <a:lnTo>
                    <a:pt x="2025" y="25"/>
                  </a:lnTo>
                  <a:lnTo>
                    <a:pt x="2095" y="44"/>
                  </a:lnTo>
                  <a:lnTo>
                    <a:pt x="2164" y="68"/>
                  </a:lnTo>
                  <a:lnTo>
                    <a:pt x="2231" y="96"/>
                  </a:lnTo>
                  <a:lnTo>
                    <a:pt x="2296" y="130"/>
                  </a:lnTo>
                  <a:lnTo>
                    <a:pt x="2357" y="168"/>
                  </a:lnTo>
                  <a:lnTo>
                    <a:pt x="2418" y="212"/>
                  </a:lnTo>
                  <a:lnTo>
                    <a:pt x="2474" y="260"/>
                  </a:lnTo>
                  <a:lnTo>
                    <a:pt x="2527" y="312"/>
                  </a:lnTo>
                  <a:lnTo>
                    <a:pt x="2575" y="367"/>
                  </a:lnTo>
                  <a:lnTo>
                    <a:pt x="2619" y="425"/>
                  </a:lnTo>
                  <a:lnTo>
                    <a:pt x="2659" y="486"/>
                  </a:lnTo>
                  <a:lnTo>
                    <a:pt x="2693" y="549"/>
                  </a:lnTo>
                  <a:lnTo>
                    <a:pt x="2723" y="616"/>
                  </a:lnTo>
                  <a:lnTo>
                    <a:pt x="2748" y="683"/>
                  </a:lnTo>
                  <a:lnTo>
                    <a:pt x="2768" y="754"/>
                  </a:lnTo>
                  <a:lnTo>
                    <a:pt x="2782" y="825"/>
                  </a:lnTo>
                  <a:lnTo>
                    <a:pt x="2851" y="846"/>
                  </a:lnTo>
                  <a:lnTo>
                    <a:pt x="2916" y="873"/>
                  </a:lnTo>
                  <a:lnTo>
                    <a:pt x="2979" y="905"/>
                  </a:lnTo>
                  <a:lnTo>
                    <a:pt x="3038" y="943"/>
                  </a:lnTo>
                  <a:lnTo>
                    <a:pt x="3094" y="984"/>
                  </a:lnTo>
                  <a:lnTo>
                    <a:pt x="3146" y="1030"/>
                  </a:lnTo>
                  <a:lnTo>
                    <a:pt x="3195" y="1081"/>
                  </a:lnTo>
                  <a:lnTo>
                    <a:pt x="3240" y="1135"/>
                  </a:lnTo>
                  <a:lnTo>
                    <a:pt x="3280" y="1192"/>
                  </a:lnTo>
                  <a:lnTo>
                    <a:pt x="3317" y="1253"/>
                  </a:lnTo>
                  <a:lnTo>
                    <a:pt x="3347" y="1316"/>
                  </a:lnTo>
                  <a:lnTo>
                    <a:pt x="3373" y="1383"/>
                  </a:lnTo>
                  <a:lnTo>
                    <a:pt x="3394" y="1451"/>
                  </a:lnTo>
                  <a:lnTo>
                    <a:pt x="3409" y="1522"/>
                  </a:lnTo>
                  <a:lnTo>
                    <a:pt x="3419" y="1593"/>
                  </a:lnTo>
                  <a:lnTo>
                    <a:pt x="3422" y="1667"/>
                  </a:lnTo>
                  <a:lnTo>
                    <a:pt x="3420" y="1731"/>
                  </a:lnTo>
                  <a:lnTo>
                    <a:pt x="3412" y="1796"/>
                  </a:lnTo>
                  <a:lnTo>
                    <a:pt x="3400" y="1859"/>
                  </a:lnTo>
                  <a:lnTo>
                    <a:pt x="3383" y="1921"/>
                  </a:lnTo>
                  <a:lnTo>
                    <a:pt x="3362" y="1983"/>
                  </a:lnTo>
                  <a:lnTo>
                    <a:pt x="3337" y="2042"/>
                  </a:lnTo>
                  <a:lnTo>
                    <a:pt x="3307" y="2099"/>
                  </a:lnTo>
                  <a:lnTo>
                    <a:pt x="3273" y="2154"/>
                  </a:lnTo>
                  <a:lnTo>
                    <a:pt x="3235" y="2207"/>
                  </a:lnTo>
                  <a:lnTo>
                    <a:pt x="3192" y="2257"/>
                  </a:lnTo>
                  <a:lnTo>
                    <a:pt x="3146" y="2304"/>
                  </a:lnTo>
                  <a:lnTo>
                    <a:pt x="3096" y="2348"/>
                  </a:lnTo>
                  <a:lnTo>
                    <a:pt x="3045" y="2386"/>
                  </a:lnTo>
                  <a:lnTo>
                    <a:pt x="2991" y="2422"/>
                  </a:lnTo>
                  <a:lnTo>
                    <a:pt x="2934" y="2452"/>
                  </a:lnTo>
                  <a:lnTo>
                    <a:pt x="2876" y="2478"/>
                  </a:lnTo>
                  <a:lnTo>
                    <a:pt x="2816" y="2500"/>
                  </a:lnTo>
                  <a:lnTo>
                    <a:pt x="2754" y="2516"/>
                  </a:lnTo>
                  <a:lnTo>
                    <a:pt x="2692" y="2529"/>
                  </a:lnTo>
                  <a:lnTo>
                    <a:pt x="2628" y="2535"/>
                  </a:lnTo>
                  <a:lnTo>
                    <a:pt x="2099" y="2535"/>
                  </a:lnTo>
                  <a:lnTo>
                    <a:pt x="2077" y="2533"/>
                  </a:lnTo>
                  <a:lnTo>
                    <a:pt x="2057" y="2526"/>
                  </a:lnTo>
                  <a:lnTo>
                    <a:pt x="2039" y="2514"/>
                  </a:lnTo>
                  <a:lnTo>
                    <a:pt x="2025" y="2500"/>
                  </a:lnTo>
                  <a:lnTo>
                    <a:pt x="2013" y="2482"/>
                  </a:lnTo>
                  <a:lnTo>
                    <a:pt x="2006" y="2462"/>
                  </a:lnTo>
                  <a:lnTo>
                    <a:pt x="2004" y="2440"/>
                  </a:lnTo>
                  <a:lnTo>
                    <a:pt x="2006" y="2419"/>
                  </a:lnTo>
                  <a:lnTo>
                    <a:pt x="2013" y="2399"/>
                  </a:lnTo>
                  <a:lnTo>
                    <a:pt x="2025" y="2381"/>
                  </a:lnTo>
                  <a:lnTo>
                    <a:pt x="2039" y="2367"/>
                  </a:lnTo>
                  <a:lnTo>
                    <a:pt x="2057" y="2355"/>
                  </a:lnTo>
                  <a:lnTo>
                    <a:pt x="2077" y="2348"/>
                  </a:lnTo>
                  <a:lnTo>
                    <a:pt x="2099" y="2346"/>
                  </a:lnTo>
                  <a:lnTo>
                    <a:pt x="2617" y="2346"/>
                  </a:lnTo>
                  <a:lnTo>
                    <a:pt x="2681" y="2338"/>
                  </a:lnTo>
                  <a:lnTo>
                    <a:pt x="2741" y="2323"/>
                  </a:lnTo>
                  <a:lnTo>
                    <a:pt x="2800" y="2303"/>
                  </a:lnTo>
                  <a:lnTo>
                    <a:pt x="2856" y="2277"/>
                  </a:lnTo>
                  <a:lnTo>
                    <a:pt x="2910" y="2247"/>
                  </a:lnTo>
                  <a:lnTo>
                    <a:pt x="2961" y="2211"/>
                  </a:lnTo>
                  <a:lnTo>
                    <a:pt x="3008" y="2172"/>
                  </a:lnTo>
                  <a:lnTo>
                    <a:pt x="3052" y="2127"/>
                  </a:lnTo>
                  <a:lnTo>
                    <a:pt x="3091" y="2079"/>
                  </a:lnTo>
                  <a:lnTo>
                    <a:pt x="3126" y="2028"/>
                  </a:lnTo>
                  <a:lnTo>
                    <a:pt x="3158" y="1973"/>
                  </a:lnTo>
                  <a:lnTo>
                    <a:pt x="3184" y="1916"/>
                  </a:lnTo>
                  <a:lnTo>
                    <a:pt x="3204" y="1857"/>
                  </a:lnTo>
                  <a:lnTo>
                    <a:pt x="3219" y="1795"/>
                  </a:lnTo>
                  <a:lnTo>
                    <a:pt x="3228" y="1731"/>
                  </a:lnTo>
                  <a:lnTo>
                    <a:pt x="3231" y="1667"/>
                  </a:lnTo>
                  <a:lnTo>
                    <a:pt x="3228" y="1606"/>
                  </a:lnTo>
                  <a:lnTo>
                    <a:pt x="3221" y="1546"/>
                  </a:lnTo>
                  <a:lnTo>
                    <a:pt x="3208" y="1488"/>
                  </a:lnTo>
                  <a:lnTo>
                    <a:pt x="3190" y="1430"/>
                  </a:lnTo>
                  <a:lnTo>
                    <a:pt x="3167" y="1375"/>
                  </a:lnTo>
                  <a:lnTo>
                    <a:pt x="3140" y="1324"/>
                  </a:lnTo>
                  <a:lnTo>
                    <a:pt x="3109" y="1274"/>
                  </a:lnTo>
                  <a:lnTo>
                    <a:pt x="3075" y="1227"/>
                  </a:lnTo>
                  <a:lnTo>
                    <a:pt x="3036" y="1184"/>
                  </a:lnTo>
                  <a:lnTo>
                    <a:pt x="2993" y="1144"/>
                  </a:lnTo>
                  <a:lnTo>
                    <a:pt x="2949" y="1109"/>
                  </a:lnTo>
                  <a:lnTo>
                    <a:pt x="2900" y="1077"/>
                  </a:lnTo>
                  <a:lnTo>
                    <a:pt x="2849" y="1048"/>
                  </a:lnTo>
                  <a:lnTo>
                    <a:pt x="2796" y="1026"/>
                  </a:lnTo>
                  <a:lnTo>
                    <a:pt x="2740" y="1008"/>
                  </a:lnTo>
                  <a:lnTo>
                    <a:pt x="2682" y="996"/>
                  </a:lnTo>
                  <a:lnTo>
                    <a:pt x="2662" y="989"/>
                  </a:lnTo>
                  <a:lnTo>
                    <a:pt x="2644" y="980"/>
                  </a:lnTo>
                  <a:lnTo>
                    <a:pt x="2629" y="966"/>
                  </a:lnTo>
                  <a:lnTo>
                    <a:pt x="2616" y="950"/>
                  </a:lnTo>
                  <a:lnTo>
                    <a:pt x="2608" y="931"/>
                  </a:lnTo>
                  <a:lnTo>
                    <a:pt x="2604" y="910"/>
                  </a:lnTo>
                  <a:lnTo>
                    <a:pt x="2594" y="843"/>
                  </a:lnTo>
                  <a:lnTo>
                    <a:pt x="2579" y="778"/>
                  </a:lnTo>
                  <a:lnTo>
                    <a:pt x="2559" y="714"/>
                  </a:lnTo>
                  <a:lnTo>
                    <a:pt x="2535" y="654"/>
                  </a:lnTo>
                  <a:lnTo>
                    <a:pt x="2505" y="596"/>
                  </a:lnTo>
                  <a:lnTo>
                    <a:pt x="2472" y="541"/>
                  </a:lnTo>
                  <a:lnTo>
                    <a:pt x="2433" y="489"/>
                  </a:lnTo>
                  <a:lnTo>
                    <a:pt x="2392" y="440"/>
                  </a:lnTo>
                  <a:lnTo>
                    <a:pt x="2346" y="396"/>
                  </a:lnTo>
                  <a:lnTo>
                    <a:pt x="2296" y="354"/>
                  </a:lnTo>
                  <a:lnTo>
                    <a:pt x="2244" y="317"/>
                  </a:lnTo>
                  <a:lnTo>
                    <a:pt x="2189" y="285"/>
                  </a:lnTo>
                  <a:lnTo>
                    <a:pt x="2131" y="255"/>
                  </a:lnTo>
                  <a:lnTo>
                    <a:pt x="2069" y="233"/>
                  </a:lnTo>
                  <a:lnTo>
                    <a:pt x="2007" y="214"/>
                  </a:lnTo>
                  <a:lnTo>
                    <a:pt x="1942" y="199"/>
                  </a:lnTo>
                  <a:lnTo>
                    <a:pt x="1875" y="191"/>
                  </a:lnTo>
                  <a:lnTo>
                    <a:pt x="1806" y="189"/>
                  </a:lnTo>
                  <a:lnTo>
                    <a:pt x="1740" y="191"/>
                  </a:lnTo>
                  <a:lnTo>
                    <a:pt x="1676" y="199"/>
                  </a:lnTo>
                  <a:lnTo>
                    <a:pt x="1612" y="213"/>
                  </a:lnTo>
                  <a:lnTo>
                    <a:pt x="1551" y="231"/>
                  </a:lnTo>
                  <a:lnTo>
                    <a:pt x="1490" y="253"/>
                  </a:lnTo>
                  <a:lnTo>
                    <a:pt x="1432" y="281"/>
                  </a:lnTo>
                  <a:lnTo>
                    <a:pt x="1377" y="314"/>
                  </a:lnTo>
                  <a:lnTo>
                    <a:pt x="1324" y="350"/>
                  </a:lnTo>
                  <a:lnTo>
                    <a:pt x="1275" y="390"/>
                  </a:lnTo>
                  <a:lnTo>
                    <a:pt x="1229" y="434"/>
                  </a:lnTo>
                  <a:lnTo>
                    <a:pt x="1186" y="483"/>
                  </a:lnTo>
                  <a:lnTo>
                    <a:pt x="1146" y="534"/>
                  </a:lnTo>
                  <a:lnTo>
                    <a:pt x="1112" y="589"/>
                  </a:lnTo>
                  <a:lnTo>
                    <a:pt x="1081" y="648"/>
                  </a:lnTo>
                  <a:lnTo>
                    <a:pt x="1071" y="664"/>
                  </a:lnTo>
                  <a:lnTo>
                    <a:pt x="1057" y="679"/>
                  </a:lnTo>
                  <a:lnTo>
                    <a:pt x="1040" y="690"/>
                  </a:lnTo>
                  <a:lnTo>
                    <a:pt x="1022" y="698"/>
                  </a:lnTo>
                  <a:lnTo>
                    <a:pt x="1003" y="702"/>
                  </a:lnTo>
                  <a:lnTo>
                    <a:pt x="982" y="701"/>
                  </a:lnTo>
                  <a:lnTo>
                    <a:pt x="962" y="696"/>
                  </a:lnTo>
                  <a:lnTo>
                    <a:pt x="924" y="684"/>
                  </a:lnTo>
                  <a:lnTo>
                    <a:pt x="883" y="677"/>
                  </a:lnTo>
                  <a:lnTo>
                    <a:pt x="842" y="675"/>
                  </a:lnTo>
                  <a:lnTo>
                    <a:pt x="794" y="678"/>
                  </a:lnTo>
                  <a:lnTo>
                    <a:pt x="748" y="687"/>
                  </a:lnTo>
                  <a:lnTo>
                    <a:pt x="705" y="703"/>
                  </a:lnTo>
                  <a:lnTo>
                    <a:pt x="664" y="723"/>
                  </a:lnTo>
                  <a:lnTo>
                    <a:pt x="627" y="748"/>
                  </a:lnTo>
                  <a:lnTo>
                    <a:pt x="593" y="778"/>
                  </a:lnTo>
                  <a:lnTo>
                    <a:pt x="563" y="812"/>
                  </a:lnTo>
                  <a:lnTo>
                    <a:pt x="538" y="849"/>
                  </a:lnTo>
                  <a:lnTo>
                    <a:pt x="518" y="890"/>
                  </a:lnTo>
                  <a:lnTo>
                    <a:pt x="502" y="933"/>
                  </a:lnTo>
                  <a:lnTo>
                    <a:pt x="493" y="979"/>
                  </a:lnTo>
                  <a:lnTo>
                    <a:pt x="490" y="1027"/>
                  </a:lnTo>
                  <a:lnTo>
                    <a:pt x="492" y="1068"/>
                  </a:lnTo>
                  <a:lnTo>
                    <a:pt x="499" y="1109"/>
                  </a:lnTo>
                  <a:lnTo>
                    <a:pt x="510" y="1148"/>
                  </a:lnTo>
                  <a:lnTo>
                    <a:pt x="516" y="1170"/>
                  </a:lnTo>
                  <a:lnTo>
                    <a:pt x="516" y="1192"/>
                  </a:lnTo>
                  <a:lnTo>
                    <a:pt x="511" y="1212"/>
                  </a:lnTo>
                  <a:lnTo>
                    <a:pt x="501" y="1232"/>
                  </a:lnTo>
                  <a:lnTo>
                    <a:pt x="487" y="1249"/>
                  </a:lnTo>
                  <a:lnTo>
                    <a:pt x="469" y="1263"/>
                  </a:lnTo>
                  <a:lnTo>
                    <a:pt x="424" y="1292"/>
                  </a:lnTo>
                  <a:lnTo>
                    <a:pt x="382" y="1326"/>
                  </a:lnTo>
                  <a:lnTo>
                    <a:pt x="344" y="1363"/>
                  </a:lnTo>
                  <a:lnTo>
                    <a:pt x="309" y="1402"/>
                  </a:lnTo>
                  <a:lnTo>
                    <a:pt x="279" y="1446"/>
                  </a:lnTo>
                  <a:lnTo>
                    <a:pt x="253" y="1492"/>
                  </a:lnTo>
                  <a:lnTo>
                    <a:pt x="231" y="1539"/>
                  </a:lnTo>
                  <a:lnTo>
                    <a:pt x="213" y="1589"/>
                  </a:lnTo>
                  <a:lnTo>
                    <a:pt x="201" y="1641"/>
                  </a:lnTo>
                  <a:lnTo>
                    <a:pt x="192" y="1694"/>
                  </a:lnTo>
                  <a:lnTo>
                    <a:pt x="190" y="1748"/>
                  </a:lnTo>
                  <a:lnTo>
                    <a:pt x="193" y="1808"/>
                  </a:lnTo>
                  <a:lnTo>
                    <a:pt x="203" y="1868"/>
                  </a:lnTo>
                  <a:lnTo>
                    <a:pt x="217" y="1927"/>
                  </a:lnTo>
                  <a:lnTo>
                    <a:pt x="238" y="1983"/>
                  </a:lnTo>
                  <a:lnTo>
                    <a:pt x="263" y="2036"/>
                  </a:lnTo>
                  <a:lnTo>
                    <a:pt x="293" y="2086"/>
                  </a:lnTo>
                  <a:lnTo>
                    <a:pt x="328" y="2133"/>
                  </a:lnTo>
                  <a:lnTo>
                    <a:pt x="367" y="2177"/>
                  </a:lnTo>
                  <a:lnTo>
                    <a:pt x="408" y="2216"/>
                  </a:lnTo>
                  <a:lnTo>
                    <a:pt x="454" y="2251"/>
                  </a:lnTo>
                  <a:lnTo>
                    <a:pt x="503" y="2282"/>
                  </a:lnTo>
                  <a:lnTo>
                    <a:pt x="554" y="2307"/>
                  </a:lnTo>
                  <a:lnTo>
                    <a:pt x="608" y="2326"/>
                  </a:lnTo>
                  <a:lnTo>
                    <a:pt x="663" y="2340"/>
                  </a:lnTo>
                  <a:lnTo>
                    <a:pt x="719" y="2346"/>
                  </a:lnTo>
                  <a:lnTo>
                    <a:pt x="1322" y="2346"/>
                  </a:lnTo>
                  <a:lnTo>
                    <a:pt x="1344" y="2349"/>
                  </a:lnTo>
                  <a:lnTo>
                    <a:pt x="1364" y="2356"/>
                  </a:lnTo>
                  <a:lnTo>
                    <a:pt x="1381" y="2367"/>
                  </a:lnTo>
                  <a:lnTo>
                    <a:pt x="1396" y="2381"/>
                  </a:lnTo>
                  <a:lnTo>
                    <a:pt x="1407" y="2399"/>
                  </a:lnTo>
                  <a:lnTo>
                    <a:pt x="1415" y="2420"/>
                  </a:lnTo>
                  <a:lnTo>
                    <a:pt x="1417" y="2441"/>
                  </a:lnTo>
                  <a:lnTo>
                    <a:pt x="1415" y="2463"/>
                  </a:lnTo>
                  <a:lnTo>
                    <a:pt x="1407" y="2483"/>
                  </a:lnTo>
                  <a:lnTo>
                    <a:pt x="1396" y="2501"/>
                  </a:lnTo>
                  <a:lnTo>
                    <a:pt x="1381" y="2515"/>
                  </a:lnTo>
                  <a:lnTo>
                    <a:pt x="1364" y="2527"/>
                  </a:lnTo>
                  <a:lnTo>
                    <a:pt x="1344" y="2534"/>
                  </a:lnTo>
                  <a:lnTo>
                    <a:pt x="1322" y="2536"/>
                  </a:lnTo>
                  <a:lnTo>
                    <a:pt x="711" y="2536"/>
                  </a:lnTo>
                  <a:lnTo>
                    <a:pt x="648" y="2530"/>
                  </a:lnTo>
                  <a:lnTo>
                    <a:pt x="586" y="2517"/>
                  </a:lnTo>
                  <a:lnTo>
                    <a:pt x="525" y="2500"/>
                  </a:lnTo>
                  <a:lnTo>
                    <a:pt x="466" y="2476"/>
                  </a:lnTo>
                  <a:lnTo>
                    <a:pt x="408" y="2448"/>
                  </a:lnTo>
                  <a:lnTo>
                    <a:pt x="353" y="2413"/>
                  </a:lnTo>
                  <a:lnTo>
                    <a:pt x="301" y="2374"/>
                  </a:lnTo>
                  <a:lnTo>
                    <a:pt x="252" y="2330"/>
                  </a:lnTo>
                  <a:lnTo>
                    <a:pt x="205" y="2282"/>
                  </a:lnTo>
                  <a:lnTo>
                    <a:pt x="163" y="2231"/>
                  </a:lnTo>
                  <a:lnTo>
                    <a:pt x="126" y="2177"/>
                  </a:lnTo>
                  <a:lnTo>
                    <a:pt x="93" y="2120"/>
                  </a:lnTo>
                  <a:lnTo>
                    <a:pt x="64" y="2062"/>
                  </a:lnTo>
                  <a:lnTo>
                    <a:pt x="42" y="2001"/>
                  </a:lnTo>
                  <a:lnTo>
                    <a:pt x="24" y="1940"/>
                  </a:lnTo>
                  <a:lnTo>
                    <a:pt x="10" y="1877"/>
                  </a:lnTo>
                  <a:lnTo>
                    <a:pt x="3" y="1813"/>
                  </a:lnTo>
                  <a:lnTo>
                    <a:pt x="0" y="1748"/>
                  </a:lnTo>
                  <a:lnTo>
                    <a:pt x="3" y="1683"/>
                  </a:lnTo>
                  <a:lnTo>
                    <a:pt x="11" y="1618"/>
                  </a:lnTo>
                  <a:lnTo>
                    <a:pt x="25" y="1556"/>
                  </a:lnTo>
                  <a:lnTo>
                    <a:pt x="45" y="1495"/>
                  </a:lnTo>
                  <a:lnTo>
                    <a:pt x="69" y="1436"/>
                  </a:lnTo>
                  <a:lnTo>
                    <a:pt x="98" y="1379"/>
                  </a:lnTo>
                  <a:lnTo>
                    <a:pt x="132" y="1325"/>
                  </a:lnTo>
                  <a:lnTo>
                    <a:pt x="170" y="1274"/>
                  </a:lnTo>
                  <a:lnTo>
                    <a:pt x="213" y="1225"/>
                  </a:lnTo>
                  <a:lnTo>
                    <a:pt x="260" y="1181"/>
                  </a:lnTo>
                  <a:lnTo>
                    <a:pt x="311" y="1141"/>
                  </a:lnTo>
                  <a:lnTo>
                    <a:pt x="305" y="1103"/>
                  </a:lnTo>
                  <a:lnTo>
                    <a:pt x="301" y="1066"/>
                  </a:lnTo>
                  <a:lnTo>
                    <a:pt x="299" y="1028"/>
                  </a:lnTo>
                  <a:lnTo>
                    <a:pt x="302" y="970"/>
                  </a:lnTo>
                  <a:lnTo>
                    <a:pt x="312" y="913"/>
                  </a:lnTo>
                  <a:lnTo>
                    <a:pt x="327" y="857"/>
                  </a:lnTo>
                  <a:lnTo>
                    <a:pt x="348" y="805"/>
                  </a:lnTo>
                  <a:lnTo>
                    <a:pt x="374" y="755"/>
                  </a:lnTo>
                  <a:lnTo>
                    <a:pt x="404" y="708"/>
                  </a:lnTo>
                  <a:lnTo>
                    <a:pt x="440" y="665"/>
                  </a:lnTo>
                  <a:lnTo>
                    <a:pt x="479" y="626"/>
                  </a:lnTo>
                  <a:lnTo>
                    <a:pt x="522" y="591"/>
                  </a:lnTo>
                  <a:lnTo>
                    <a:pt x="569" y="561"/>
                  </a:lnTo>
                  <a:lnTo>
                    <a:pt x="618" y="535"/>
                  </a:lnTo>
                  <a:lnTo>
                    <a:pt x="671" y="514"/>
                  </a:lnTo>
                  <a:lnTo>
                    <a:pt x="725" y="499"/>
                  </a:lnTo>
                  <a:lnTo>
                    <a:pt x="784" y="490"/>
                  </a:lnTo>
                  <a:lnTo>
                    <a:pt x="842" y="486"/>
                  </a:lnTo>
                  <a:lnTo>
                    <a:pt x="895" y="489"/>
                  </a:lnTo>
                  <a:lnTo>
                    <a:pt x="946" y="496"/>
                  </a:lnTo>
                  <a:lnTo>
                    <a:pt x="982" y="439"/>
                  </a:lnTo>
                  <a:lnTo>
                    <a:pt x="1021" y="384"/>
                  </a:lnTo>
                  <a:lnTo>
                    <a:pt x="1063" y="333"/>
                  </a:lnTo>
                  <a:lnTo>
                    <a:pt x="1110" y="285"/>
                  </a:lnTo>
                  <a:lnTo>
                    <a:pt x="1160" y="239"/>
                  </a:lnTo>
                  <a:lnTo>
                    <a:pt x="1212" y="197"/>
                  </a:lnTo>
                  <a:lnTo>
                    <a:pt x="1268" y="158"/>
                  </a:lnTo>
                  <a:lnTo>
                    <a:pt x="1329" y="122"/>
                  </a:lnTo>
                  <a:lnTo>
                    <a:pt x="1393" y="90"/>
                  </a:lnTo>
                  <a:lnTo>
                    <a:pt x="1457" y="62"/>
                  </a:lnTo>
                  <a:lnTo>
                    <a:pt x="1525" y="41"/>
                  </a:lnTo>
                  <a:lnTo>
                    <a:pt x="1593" y="23"/>
                  </a:lnTo>
                  <a:lnTo>
                    <a:pt x="1663" y="10"/>
                  </a:lnTo>
                  <a:lnTo>
                    <a:pt x="1734" y="3"/>
                  </a:lnTo>
                  <a:lnTo>
                    <a:pt x="18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Freeform 59"/>
            <p:cNvSpPr/>
            <p:nvPr/>
          </p:nvSpPr>
          <p:spPr bwMode="auto">
            <a:xfrm>
              <a:off x="2730500" y="2130425"/>
              <a:ext cx="190500" cy="314325"/>
            </a:xfrm>
            <a:custGeom>
              <a:avLst/>
              <a:gdLst>
                <a:gd name="T0" fmla="*/ 597 w 1194"/>
                <a:gd name="T1" fmla="*/ 0 h 1985"/>
                <a:gd name="T2" fmla="*/ 616 w 1194"/>
                <a:gd name="T3" fmla="*/ 1 h 1985"/>
                <a:gd name="T4" fmla="*/ 633 w 1194"/>
                <a:gd name="T5" fmla="*/ 7 h 1985"/>
                <a:gd name="T6" fmla="*/ 650 w 1194"/>
                <a:gd name="T7" fmla="*/ 16 h 1985"/>
                <a:gd name="T8" fmla="*/ 664 w 1194"/>
                <a:gd name="T9" fmla="*/ 28 h 1985"/>
                <a:gd name="T10" fmla="*/ 1167 w 1194"/>
                <a:gd name="T11" fmla="*/ 530 h 1985"/>
                <a:gd name="T12" fmla="*/ 1181 w 1194"/>
                <a:gd name="T13" fmla="*/ 547 h 1985"/>
                <a:gd name="T14" fmla="*/ 1190 w 1194"/>
                <a:gd name="T15" fmla="*/ 567 h 1985"/>
                <a:gd name="T16" fmla="*/ 1194 w 1194"/>
                <a:gd name="T17" fmla="*/ 587 h 1985"/>
                <a:gd name="T18" fmla="*/ 1194 w 1194"/>
                <a:gd name="T19" fmla="*/ 607 h 1985"/>
                <a:gd name="T20" fmla="*/ 1190 w 1194"/>
                <a:gd name="T21" fmla="*/ 628 h 1985"/>
                <a:gd name="T22" fmla="*/ 1181 w 1194"/>
                <a:gd name="T23" fmla="*/ 647 h 1985"/>
                <a:gd name="T24" fmla="*/ 1167 w 1194"/>
                <a:gd name="T25" fmla="*/ 664 h 1985"/>
                <a:gd name="T26" fmla="*/ 1150 w 1194"/>
                <a:gd name="T27" fmla="*/ 678 h 1985"/>
                <a:gd name="T28" fmla="*/ 1131 w 1194"/>
                <a:gd name="T29" fmla="*/ 687 h 1985"/>
                <a:gd name="T30" fmla="*/ 1110 w 1194"/>
                <a:gd name="T31" fmla="*/ 691 h 1985"/>
                <a:gd name="T32" fmla="*/ 1090 w 1194"/>
                <a:gd name="T33" fmla="*/ 691 h 1985"/>
                <a:gd name="T34" fmla="*/ 1070 w 1194"/>
                <a:gd name="T35" fmla="*/ 687 h 1985"/>
                <a:gd name="T36" fmla="*/ 1050 w 1194"/>
                <a:gd name="T37" fmla="*/ 678 h 1985"/>
                <a:gd name="T38" fmla="*/ 1033 w 1194"/>
                <a:gd name="T39" fmla="*/ 664 h 1985"/>
                <a:gd name="T40" fmla="*/ 692 w 1194"/>
                <a:gd name="T41" fmla="*/ 324 h 1985"/>
                <a:gd name="T42" fmla="*/ 692 w 1194"/>
                <a:gd name="T43" fmla="*/ 1889 h 1985"/>
                <a:gd name="T44" fmla="*/ 689 w 1194"/>
                <a:gd name="T45" fmla="*/ 1912 h 1985"/>
                <a:gd name="T46" fmla="*/ 682 w 1194"/>
                <a:gd name="T47" fmla="*/ 1932 h 1985"/>
                <a:gd name="T48" fmla="*/ 672 w 1194"/>
                <a:gd name="T49" fmla="*/ 1949 h 1985"/>
                <a:gd name="T50" fmla="*/ 657 w 1194"/>
                <a:gd name="T51" fmla="*/ 1964 h 1985"/>
                <a:gd name="T52" fmla="*/ 639 w 1194"/>
                <a:gd name="T53" fmla="*/ 1975 h 1985"/>
                <a:gd name="T54" fmla="*/ 619 w 1194"/>
                <a:gd name="T55" fmla="*/ 1982 h 1985"/>
                <a:gd name="T56" fmla="*/ 597 w 1194"/>
                <a:gd name="T57" fmla="*/ 1985 h 1985"/>
                <a:gd name="T58" fmla="*/ 575 w 1194"/>
                <a:gd name="T59" fmla="*/ 1982 h 1985"/>
                <a:gd name="T60" fmla="*/ 555 w 1194"/>
                <a:gd name="T61" fmla="*/ 1975 h 1985"/>
                <a:gd name="T62" fmla="*/ 538 w 1194"/>
                <a:gd name="T63" fmla="*/ 1964 h 1985"/>
                <a:gd name="T64" fmla="*/ 523 w 1194"/>
                <a:gd name="T65" fmla="*/ 1949 h 1985"/>
                <a:gd name="T66" fmla="*/ 512 w 1194"/>
                <a:gd name="T67" fmla="*/ 1932 h 1985"/>
                <a:gd name="T68" fmla="*/ 504 w 1194"/>
                <a:gd name="T69" fmla="*/ 1912 h 1985"/>
                <a:gd name="T70" fmla="*/ 502 w 1194"/>
                <a:gd name="T71" fmla="*/ 1889 h 1985"/>
                <a:gd name="T72" fmla="*/ 502 w 1194"/>
                <a:gd name="T73" fmla="*/ 324 h 1985"/>
                <a:gd name="T74" fmla="*/ 161 w 1194"/>
                <a:gd name="T75" fmla="*/ 664 h 1985"/>
                <a:gd name="T76" fmla="*/ 146 w 1194"/>
                <a:gd name="T77" fmla="*/ 677 h 1985"/>
                <a:gd name="T78" fmla="*/ 129 w 1194"/>
                <a:gd name="T79" fmla="*/ 685 h 1985"/>
                <a:gd name="T80" fmla="*/ 112 w 1194"/>
                <a:gd name="T81" fmla="*/ 690 h 1985"/>
                <a:gd name="T82" fmla="*/ 94 w 1194"/>
                <a:gd name="T83" fmla="*/ 692 h 1985"/>
                <a:gd name="T84" fmla="*/ 76 w 1194"/>
                <a:gd name="T85" fmla="*/ 690 h 1985"/>
                <a:gd name="T86" fmla="*/ 58 w 1194"/>
                <a:gd name="T87" fmla="*/ 685 h 1985"/>
                <a:gd name="T88" fmla="*/ 42 w 1194"/>
                <a:gd name="T89" fmla="*/ 677 h 1985"/>
                <a:gd name="T90" fmla="*/ 27 w 1194"/>
                <a:gd name="T91" fmla="*/ 664 h 1985"/>
                <a:gd name="T92" fmla="*/ 14 w 1194"/>
                <a:gd name="T93" fmla="*/ 647 h 1985"/>
                <a:gd name="T94" fmla="*/ 4 w 1194"/>
                <a:gd name="T95" fmla="*/ 628 h 1985"/>
                <a:gd name="T96" fmla="*/ 0 w 1194"/>
                <a:gd name="T97" fmla="*/ 607 h 1985"/>
                <a:gd name="T98" fmla="*/ 0 w 1194"/>
                <a:gd name="T99" fmla="*/ 587 h 1985"/>
                <a:gd name="T100" fmla="*/ 4 w 1194"/>
                <a:gd name="T101" fmla="*/ 567 h 1985"/>
                <a:gd name="T102" fmla="*/ 14 w 1194"/>
                <a:gd name="T103" fmla="*/ 547 h 1985"/>
                <a:gd name="T104" fmla="*/ 27 w 1194"/>
                <a:gd name="T105" fmla="*/ 530 h 1985"/>
                <a:gd name="T106" fmla="*/ 530 w 1194"/>
                <a:gd name="T107" fmla="*/ 28 h 1985"/>
                <a:gd name="T108" fmla="*/ 545 w 1194"/>
                <a:gd name="T109" fmla="*/ 16 h 1985"/>
                <a:gd name="T110" fmla="*/ 562 w 1194"/>
                <a:gd name="T111" fmla="*/ 6 h 1985"/>
                <a:gd name="T112" fmla="*/ 579 w 1194"/>
                <a:gd name="T113" fmla="*/ 1 h 1985"/>
                <a:gd name="T114" fmla="*/ 597 w 1194"/>
                <a:gd name="T115" fmla="*/ 0 h 1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94" h="1985">
                  <a:moveTo>
                    <a:pt x="597" y="0"/>
                  </a:moveTo>
                  <a:lnTo>
                    <a:pt x="616" y="1"/>
                  </a:lnTo>
                  <a:lnTo>
                    <a:pt x="633" y="7"/>
                  </a:lnTo>
                  <a:lnTo>
                    <a:pt x="650" y="16"/>
                  </a:lnTo>
                  <a:lnTo>
                    <a:pt x="664" y="28"/>
                  </a:lnTo>
                  <a:lnTo>
                    <a:pt x="1167" y="530"/>
                  </a:lnTo>
                  <a:lnTo>
                    <a:pt x="1181" y="547"/>
                  </a:lnTo>
                  <a:lnTo>
                    <a:pt x="1190" y="567"/>
                  </a:lnTo>
                  <a:lnTo>
                    <a:pt x="1194" y="587"/>
                  </a:lnTo>
                  <a:lnTo>
                    <a:pt x="1194" y="607"/>
                  </a:lnTo>
                  <a:lnTo>
                    <a:pt x="1190" y="628"/>
                  </a:lnTo>
                  <a:lnTo>
                    <a:pt x="1181" y="647"/>
                  </a:lnTo>
                  <a:lnTo>
                    <a:pt x="1167" y="664"/>
                  </a:lnTo>
                  <a:lnTo>
                    <a:pt x="1150" y="678"/>
                  </a:lnTo>
                  <a:lnTo>
                    <a:pt x="1131" y="687"/>
                  </a:lnTo>
                  <a:lnTo>
                    <a:pt x="1110" y="691"/>
                  </a:lnTo>
                  <a:lnTo>
                    <a:pt x="1090" y="691"/>
                  </a:lnTo>
                  <a:lnTo>
                    <a:pt x="1070" y="687"/>
                  </a:lnTo>
                  <a:lnTo>
                    <a:pt x="1050" y="678"/>
                  </a:lnTo>
                  <a:lnTo>
                    <a:pt x="1033" y="664"/>
                  </a:lnTo>
                  <a:lnTo>
                    <a:pt x="692" y="324"/>
                  </a:lnTo>
                  <a:lnTo>
                    <a:pt x="692" y="1889"/>
                  </a:lnTo>
                  <a:lnTo>
                    <a:pt x="689" y="1912"/>
                  </a:lnTo>
                  <a:lnTo>
                    <a:pt x="682" y="1932"/>
                  </a:lnTo>
                  <a:lnTo>
                    <a:pt x="672" y="1949"/>
                  </a:lnTo>
                  <a:lnTo>
                    <a:pt x="657" y="1964"/>
                  </a:lnTo>
                  <a:lnTo>
                    <a:pt x="639" y="1975"/>
                  </a:lnTo>
                  <a:lnTo>
                    <a:pt x="619" y="1982"/>
                  </a:lnTo>
                  <a:lnTo>
                    <a:pt x="597" y="1985"/>
                  </a:lnTo>
                  <a:lnTo>
                    <a:pt x="575" y="1982"/>
                  </a:lnTo>
                  <a:lnTo>
                    <a:pt x="555" y="1975"/>
                  </a:lnTo>
                  <a:lnTo>
                    <a:pt x="538" y="1964"/>
                  </a:lnTo>
                  <a:lnTo>
                    <a:pt x="523" y="1949"/>
                  </a:lnTo>
                  <a:lnTo>
                    <a:pt x="512" y="1932"/>
                  </a:lnTo>
                  <a:lnTo>
                    <a:pt x="504" y="1912"/>
                  </a:lnTo>
                  <a:lnTo>
                    <a:pt x="502" y="1889"/>
                  </a:lnTo>
                  <a:lnTo>
                    <a:pt x="502" y="324"/>
                  </a:lnTo>
                  <a:lnTo>
                    <a:pt x="161" y="664"/>
                  </a:lnTo>
                  <a:lnTo>
                    <a:pt x="146" y="677"/>
                  </a:lnTo>
                  <a:lnTo>
                    <a:pt x="129" y="685"/>
                  </a:lnTo>
                  <a:lnTo>
                    <a:pt x="112" y="690"/>
                  </a:lnTo>
                  <a:lnTo>
                    <a:pt x="94" y="692"/>
                  </a:lnTo>
                  <a:lnTo>
                    <a:pt x="76" y="690"/>
                  </a:lnTo>
                  <a:lnTo>
                    <a:pt x="58" y="685"/>
                  </a:lnTo>
                  <a:lnTo>
                    <a:pt x="42" y="677"/>
                  </a:lnTo>
                  <a:lnTo>
                    <a:pt x="27" y="664"/>
                  </a:lnTo>
                  <a:lnTo>
                    <a:pt x="14" y="647"/>
                  </a:lnTo>
                  <a:lnTo>
                    <a:pt x="4" y="628"/>
                  </a:lnTo>
                  <a:lnTo>
                    <a:pt x="0" y="607"/>
                  </a:lnTo>
                  <a:lnTo>
                    <a:pt x="0" y="587"/>
                  </a:lnTo>
                  <a:lnTo>
                    <a:pt x="4" y="567"/>
                  </a:lnTo>
                  <a:lnTo>
                    <a:pt x="14" y="547"/>
                  </a:lnTo>
                  <a:lnTo>
                    <a:pt x="27" y="530"/>
                  </a:lnTo>
                  <a:lnTo>
                    <a:pt x="530" y="28"/>
                  </a:lnTo>
                  <a:lnTo>
                    <a:pt x="545" y="16"/>
                  </a:lnTo>
                  <a:lnTo>
                    <a:pt x="562" y="6"/>
                  </a:lnTo>
                  <a:lnTo>
                    <a:pt x="579" y="1"/>
                  </a:lnTo>
                  <a:lnTo>
                    <a:pt x="5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7" name="Group 54"/>
          <p:cNvGrpSpPr/>
          <p:nvPr/>
        </p:nvGrpSpPr>
        <p:grpSpPr>
          <a:xfrm>
            <a:off x="4270933" y="2719960"/>
            <a:ext cx="542388" cy="677480"/>
            <a:chOff x="2611438" y="2698750"/>
            <a:chExt cx="427038" cy="533400"/>
          </a:xfrm>
          <a:solidFill>
            <a:schemeClr val="bg1"/>
          </a:solidFill>
        </p:grpSpPr>
        <p:sp>
          <p:nvSpPr>
            <p:cNvPr id="18" name="Freeform 126"/>
            <p:cNvSpPr>
              <a:spLocks noEditPoints="1"/>
            </p:cNvSpPr>
            <p:nvPr/>
          </p:nvSpPr>
          <p:spPr bwMode="auto">
            <a:xfrm>
              <a:off x="2611438" y="2698750"/>
              <a:ext cx="427038" cy="533400"/>
            </a:xfrm>
            <a:custGeom>
              <a:avLst/>
              <a:gdLst>
                <a:gd name="T0" fmla="*/ 1093 w 2693"/>
                <a:gd name="T1" fmla="*/ 218 h 3358"/>
                <a:gd name="T2" fmla="*/ 787 w 2693"/>
                <a:gd name="T3" fmla="*/ 335 h 3358"/>
                <a:gd name="T4" fmla="*/ 530 w 2693"/>
                <a:gd name="T5" fmla="*/ 529 h 3358"/>
                <a:gd name="T6" fmla="*/ 335 w 2693"/>
                <a:gd name="T7" fmla="*/ 786 h 3358"/>
                <a:gd name="T8" fmla="*/ 218 w 2693"/>
                <a:gd name="T9" fmla="*/ 1093 h 3358"/>
                <a:gd name="T10" fmla="*/ 193 w 2693"/>
                <a:gd name="T11" fmla="*/ 1420 h 3358"/>
                <a:gd name="T12" fmla="*/ 212 w 2693"/>
                <a:gd name="T13" fmla="*/ 1569 h 3358"/>
                <a:gd name="T14" fmla="*/ 218 w 2693"/>
                <a:gd name="T15" fmla="*/ 1600 h 3358"/>
                <a:gd name="T16" fmla="*/ 297 w 2693"/>
                <a:gd name="T17" fmla="*/ 1831 h 3358"/>
                <a:gd name="T18" fmla="*/ 323 w 2693"/>
                <a:gd name="T19" fmla="*/ 1891 h 3358"/>
                <a:gd name="T20" fmla="*/ 459 w 2693"/>
                <a:gd name="T21" fmla="*/ 2149 h 3358"/>
                <a:gd name="T22" fmla="*/ 666 w 2693"/>
                <a:gd name="T23" fmla="*/ 2449 h 3358"/>
                <a:gd name="T24" fmla="*/ 956 w 2693"/>
                <a:gd name="T25" fmla="*/ 2783 h 3358"/>
                <a:gd name="T26" fmla="*/ 1345 w 2693"/>
                <a:gd name="T27" fmla="*/ 3140 h 3358"/>
                <a:gd name="T28" fmla="*/ 1735 w 2693"/>
                <a:gd name="T29" fmla="*/ 2783 h 3358"/>
                <a:gd name="T30" fmla="*/ 2025 w 2693"/>
                <a:gd name="T31" fmla="*/ 2449 h 3358"/>
                <a:gd name="T32" fmla="*/ 2232 w 2693"/>
                <a:gd name="T33" fmla="*/ 2149 h 3358"/>
                <a:gd name="T34" fmla="*/ 2368 w 2693"/>
                <a:gd name="T35" fmla="*/ 1891 h 3358"/>
                <a:gd name="T36" fmla="*/ 2395 w 2693"/>
                <a:gd name="T37" fmla="*/ 1831 h 3358"/>
                <a:gd name="T38" fmla="*/ 2473 w 2693"/>
                <a:gd name="T39" fmla="*/ 1600 h 3358"/>
                <a:gd name="T40" fmla="*/ 2479 w 2693"/>
                <a:gd name="T41" fmla="*/ 1568 h 3358"/>
                <a:gd name="T42" fmla="*/ 2501 w 2693"/>
                <a:gd name="T43" fmla="*/ 1346 h 3358"/>
                <a:gd name="T44" fmla="*/ 2452 w 2693"/>
                <a:gd name="T45" fmla="*/ 1012 h 3358"/>
                <a:gd name="T46" fmla="*/ 2315 w 2693"/>
                <a:gd name="T47" fmla="*/ 717 h 3358"/>
                <a:gd name="T48" fmla="*/ 2103 w 2693"/>
                <a:gd name="T49" fmla="*/ 474 h 3358"/>
                <a:gd name="T50" fmla="*/ 1832 w 2693"/>
                <a:gd name="T51" fmla="*/ 297 h 3358"/>
                <a:gd name="T52" fmla="*/ 1516 w 2693"/>
                <a:gd name="T53" fmla="*/ 202 h 3358"/>
                <a:gd name="T54" fmla="*/ 1437 w 2693"/>
                <a:gd name="T55" fmla="*/ 3 h 3358"/>
                <a:gd name="T56" fmla="*/ 1787 w 2693"/>
                <a:gd name="T57" fmla="*/ 75 h 3358"/>
                <a:gd name="T58" fmla="*/ 2098 w 2693"/>
                <a:gd name="T59" fmla="*/ 231 h 3358"/>
                <a:gd name="T60" fmla="*/ 2356 w 2693"/>
                <a:gd name="T61" fmla="*/ 458 h 3358"/>
                <a:gd name="T62" fmla="*/ 2549 w 2693"/>
                <a:gd name="T63" fmla="*/ 744 h 3358"/>
                <a:gd name="T64" fmla="*/ 2664 w 2693"/>
                <a:gd name="T65" fmla="*/ 1075 h 3358"/>
                <a:gd name="T66" fmla="*/ 2690 w 2693"/>
                <a:gd name="T67" fmla="*/ 1431 h 3358"/>
                <a:gd name="T68" fmla="*/ 2666 w 2693"/>
                <a:gd name="T69" fmla="*/ 1614 h 3358"/>
                <a:gd name="T70" fmla="*/ 2621 w 2693"/>
                <a:gd name="T71" fmla="*/ 1779 h 3358"/>
                <a:gd name="T72" fmla="*/ 2514 w 2693"/>
                <a:gd name="T73" fmla="*/ 2030 h 3358"/>
                <a:gd name="T74" fmla="*/ 2359 w 2693"/>
                <a:gd name="T75" fmla="*/ 2307 h 3358"/>
                <a:gd name="T76" fmla="*/ 2131 w 2693"/>
                <a:gd name="T77" fmla="*/ 2623 h 3358"/>
                <a:gd name="T78" fmla="*/ 1818 w 2693"/>
                <a:gd name="T79" fmla="*/ 2970 h 3358"/>
                <a:gd name="T80" fmla="*/ 1407 w 2693"/>
                <a:gd name="T81" fmla="*/ 3337 h 3358"/>
                <a:gd name="T82" fmla="*/ 1325 w 2693"/>
                <a:gd name="T83" fmla="*/ 3356 h 3358"/>
                <a:gd name="T84" fmla="*/ 1068 w 2693"/>
                <a:gd name="T85" fmla="*/ 3152 h 3358"/>
                <a:gd name="T86" fmla="*/ 706 w 2693"/>
                <a:gd name="T87" fmla="*/ 2793 h 3358"/>
                <a:gd name="T88" fmla="*/ 438 w 2693"/>
                <a:gd name="T89" fmla="*/ 2460 h 3358"/>
                <a:gd name="T90" fmla="*/ 248 w 2693"/>
                <a:gd name="T91" fmla="*/ 2163 h 3358"/>
                <a:gd name="T92" fmla="*/ 123 w 2693"/>
                <a:gd name="T93" fmla="*/ 1910 h 3358"/>
                <a:gd name="T94" fmla="*/ 34 w 2693"/>
                <a:gd name="T95" fmla="*/ 1644 h 3358"/>
                <a:gd name="T96" fmla="*/ 24 w 2693"/>
                <a:gd name="T97" fmla="*/ 1599 h 3358"/>
                <a:gd name="T98" fmla="*/ 3 w 2693"/>
                <a:gd name="T99" fmla="*/ 1254 h 3358"/>
                <a:gd name="T100" fmla="*/ 74 w 2693"/>
                <a:gd name="T101" fmla="*/ 905 h 3358"/>
                <a:gd name="T102" fmla="*/ 231 w 2693"/>
                <a:gd name="T103" fmla="*/ 594 h 3358"/>
                <a:gd name="T104" fmla="*/ 457 w 2693"/>
                <a:gd name="T105" fmla="*/ 336 h 3358"/>
                <a:gd name="T106" fmla="*/ 743 w 2693"/>
                <a:gd name="T107" fmla="*/ 143 h 3358"/>
                <a:gd name="T108" fmla="*/ 1075 w 2693"/>
                <a:gd name="T109" fmla="*/ 28 h 3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93" h="3358">
                  <a:moveTo>
                    <a:pt x="1345" y="190"/>
                  </a:moveTo>
                  <a:lnTo>
                    <a:pt x="1260" y="193"/>
                  </a:lnTo>
                  <a:lnTo>
                    <a:pt x="1175" y="202"/>
                  </a:lnTo>
                  <a:lnTo>
                    <a:pt x="1093" y="218"/>
                  </a:lnTo>
                  <a:lnTo>
                    <a:pt x="1013" y="239"/>
                  </a:lnTo>
                  <a:lnTo>
                    <a:pt x="935" y="266"/>
                  </a:lnTo>
                  <a:lnTo>
                    <a:pt x="859" y="297"/>
                  </a:lnTo>
                  <a:lnTo>
                    <a:pt x="787" y="335"/>
                  </a:lnTo>
                  <a:lnTo>
                    <a:pt x="718" y="377"/>
                  </a:lnTo>
                  <a:lnTo>
                    <a:pt x="651" y="423"/>
                  </a:lnTo>
                  <a:lnTo>
                    <a:pt x="588" y="474"/>
                  </a:lnTo>
                  <a:lnTo>
                    <a:pt x="530" y="529"/>
                  </a:lnTo>
                  <a:lnTo>
                    <a:pt x="475" y="588"/>
                  </a:lnTo>
                  <a:lnTo>
                    <a:pt x="424" y="651"/>
                  </a:lnTo>
                  <a:lnTo>
                    <a:pt x="377" y="717"/>
                  </a:lnTo>
                  <a:lnTo>
                    <a:pt x="335" y="786"/>
                  </a:lnTo>
                  <a:lnTo>
                    <a:pt x="298" y="859"/>
                  </a:lnTo>
                  <a:lnTo>
                    <a:pt x="266" y="934"/>
                  </a:lnTo>
                  <a:lnTo>
                    <a:pt x="240" y="1012"/>
                  </a:lnTo>
                  <a:lnTo>
                    <a:pt x="218" y="1093"/>
                  </a:lnTo>
                  <a:lnTo>
                    <a:pt x="203" y="1175"/>
                  </a:lnTo>
                  <a:lnTo>
                    <a:pt x="194" y="1259"/>
                  </a:lnTo>
                  <a:lnTo>
                    <a:pt x="191" y="1346"/>
                  </a:lnTo>
                  <a:lnTo>
                    <a:pt x="193" y="1420"/>
                  </a:lnTo>
                  <a:lnTo>
                    <a:pt x="200" y="1493"/>
                  </a:lnTo>
                  <a:lnTo>
                    <a:pt x="211" y="1566"/>
                  </a:lnTo>
                  <a:lnTo>
                    <a:pt x="211" y="1568"/>
                  </a:lnTo>
                  <a:lnTo>
                    <a:pt x="212" y="1569"/>
                  </a:lnTo>
                  <a:lnTo>
                    <a:pt x="212" y="1571"/>
                  </a:lnTo>
                  <a:lnTo>
                    <a:pt x="213" y="1576"/>
                  </a:lnTo>
                  <a:lnTo>
                    <a:pt x="215" y="1586"/>
                  </a:lnTo>
                  <a:lnTo>
                    <a:pt x="218" y="1600"/>
                  </a:lnTo>
                  <a:lnTo>
                    <a:pt x="218" y="1602"/>
                  </a:lnTo>
                  <a:lnTo>
                    <a:pt x="240" y="1680"/>
                  </a:lnTo>
                  <a:lnTo>
                    <a:pt x="265" y="1757"/>
                  </a:lnTo>
                  <a:lnTo>
                    <a:pt x="297" y="1831"/>
                  </a:lnTo>
                  <a:lnTo>
                    <a:pt x="297" y="1832"/>
                  </a:lnTo>
                  <a:lnTo>
                    <a:pt x="297" y="1833"/>
                  </a:lnTo>
                  <a:lnTo>
                    <a:pt x="298" y="1834"/>
                  </a:lnTo>
                  <a:lnTo>
                    <a:pt x="323" y="1891"/>
                  </a:lnTo>
                  <a:lnTo>
                    <a:pt x="351" y="1951"/>
                  </a:lnTo>
                  <a:lnTo>
                    <a:pt x="384" y="2014"/>
                  </a:lnTo>
                  <a:lnTo>
                    <a:pt x="420" y="2080"/>
                  </a:lnTo>
                  <a:lnTo>
                    <a:pt x="459" y="2149"/>
                  </a:lnTo>
                  <a:lnTo>
                    <a:pt x="504" y="2220"/>
                  </a:lnTo>
                  <a:lnTo>
                    <a:pt x="553" y="2295"/>
                  </a:lnTo>
                  <a:lnTo>
                    <a:pt x="607" y="2371"/>
                  </a:lnTo>
                  <a:lnTo>
                    <a:pt x="666" y="2449"/>
                  </a:lnTo>
                  <a:lnTo>
                    <a:pt x="730" y="2531"/>
                  </a:lnTo>
                  <a:lnTo>
                    <a:pt x="800" y="2612"/>
                  </a:lnTo>
                  <a:lnTo>
                    <a:pt x="876" y="2697"/>
                  </a:lnTo>
                  <a:lnTo>
                    <a:pt x="956" y="2783"/>
                  </a:lnTo>
                  <a:lnTo>
                    <a:pt x="1044" y="2871"/>
                  </a:lnTo>
                  <a:lnTo>
                    <a:pt x="1138" y="2960"/>
                  </a:lnTo>
                  <a:lnTo>
                    <a:pt x="1238" y="3049"/>
                  </a:lnTo>
                  <a:lnTo>
                    <a:pt x="1345" y="3140"/>
                  </a:lnTo>
                  <a:lnTo>
                    <a:pt x="1453" y="3049"/>
                  </a:lnTo>
                  <a:lnTo>
                    <a:pt x="1554" y="2960"/>
                  </a:lnTo>
                  <a:lnTo>
                    <a:pt x="1648" y="2871"/>
                  </a:lnTo>
                  <a:lnTo>
                    <a:pt x="1735" y="2783"/>
                  </a:lnTo>
                  <a:lnTo>
                    <a:pt x="1816" y="2697"/>
                  </a:lnTo>
                  <a:lnTo>
                    <a:pt x="1892" y="2612"/>
                  </a:lnTo>
                  <a:lnTo>
                    <a:pt x="1961" y="2531"/>
                  </a:lnTo>
                  <a:lnTo>
                    <a:pt x="2025" y="2449"/>
                  </a:lnTo>
                  <a:lnTo>
                    <a:pt x="2084" y="2371"/>
                  </a:lnTo>
                  <a:lnTo>
                    <a:pt x="2139" y="2295"/>
                  </a:lnTo>
                  <a:lnTo>
                    <a:pt x="2188" y="2220"/>
                  </a:lnTo>
                  <a:lnTo>
                    <a:pt x="2232" y="2149"/>
                  </a:lnTo>
                  <a:lnTo>
                    <a:pt x="2272" y="2080"/>
                  </a:lnTo>
                  <a:lnTo>
                    <a:pt x="2308" y="2014"/>
                  </a:lnTo>
                  <a:lnTo>
                    <a:pt x="2341" y="1951"/>
                  </a:lnTo>
                  <a:lnTo>
                    <a:pt x="2368" y="1891"/>
                  </a:lnTo>
                  <a:lnTo>
                    <a:pt x="2394" y="1834"/>
                  </a:lnTo>
                  <a:lnTo>
                    <a:pt x="2394" y="1833"/>
                  </a:lnTo>
                  <a:lnTo>
                    <a:pt x="2395" y="1832"/>
                  </a:lnTo>
                  <a:lnTo>
                    <a:pt x="2395" y="1831"/>
                  </a:lnTo>
                  <a:lnTo>
                    <a:pt x="2426" y="1757"/>
                  </a:lnTo>
                  <a:lnTo>
                    <a:pt x="2453" y="1680"/>
                  </a:lnTo>
                  <a:lnTo>
                    <a:pt x="2473" y="1602"/>
                  </a:lnTo>
                  <a:lnTo>
                    <a:pt x="2473" y="1600"/>
                  </a:lnTo>
                  <a:lnTo>
                    <a:pt x="2476" y="1586"/>
                  </a:lnTo>
                  <a:lnTo>
                    <a:pt x="2478" y="1576"/>
                  </a:lnTo>
                  <a:lnTo>
                    <a:pt x="2479" y="1571"/>
                  </a:lnTo>
                  <a:lnTo>
                    <a:pt x="2479" y="1568"/>
                  </a:lnTo>
                  <a:lnTo>
                    <a:pt x="2481" y="1566"/>
                  </a:lnTo>
                  <a:lnTo>
                    <a:pt x="2492" y="1494"/>
                  </a:lnTo>
                  <a:lnTo>
                    <a:pt x="2499" y="1420"/>
                  </a:lnTo>
                  <a:lnTo>
                    <a:pt x="2501" y="1346"/>
                  </a:lnTo>
                  <a:lnTo>
                    <a:pt x="2498" y="1259"/>
                  </a:lnTo>
                  <a:lnTo>
                    <a:pt x="2489" y="1175"/>
                  </a:lnTo>
                  <a:lnTo>
                    <a:pt x="2473" y="1093"/>
                  </a:lnTo>
                  <a:lnTo>
                    <a:pt x="2452" y="1012"/>
                  </a:lnTo>
                  <a:lnTo>
                    <a:pt x="2425" y="934"/>
                  </a:lnTo>
                  <a:lnTo>
                    <a:pt x="2394" y="859"/>
                  </a:lnTo>
                  <a:lnTo>
                    <a:pt x="2357" y="786"/>
                  </a:lnTo>
                  <a:lnTo>
                    <a:pt x="2315" y="717"/>
                  </a:lnTo>
                  <a:lnTo>
                    <a:pt x="2268" y="651"/>
                  </a:lnTo>
                  <a:lnTo>
                    <a:pt x="2217" y="588"/>
                  </a:lnTo>
                  <a:lnTo>
                    <a:pt x="2162" y="529"/>
                  </a:lnTo>
                  <a:lnTo>
                    <a:pt x="2103" y="474"/>
                  </a:lnTo>
                  <a:lnTo>
                    <a:pt x="2041" y="423"/>
                  </a:lnTo>
                  <a:lnTo>
                    <a:pt x="1974" y="377"/>
                  </a:lnTo>
                  <a:lnTo>
                    <a:pt x="1905" y="335"/>
                  </a:lnTo>
                  <a:lnTo>
                    <a:pt x="1832" y="297"/>
                  </a:lnTo>
                  <a:lnTo>
                    <a:pt x="1757" y="266"/>
                  </a:lnTo>
                  <a:lnTo>
                    <a:pt x="1679" y="239"/>
                  </a:lnTo>
                  <a:lnTo>
                    <a:pt x="1599" y="218"/>
                  </a:lnTo>
                  <a:lnTo>
                    <a:pt x="1516" y="202"/>
                  </a:lnTo>
                  <a:lnTo>
                    <a:pt x="1432" y="193"/>
                  </a:lnTo>
                  <a:lnTo>
                    <a:pt x="1345" y="190"/>
                  </a:lnTo>
                  <a:close/>
                  <a:moveTo>
                    <a:pt x="1345" y="0"/>
                  </a:moveTo>
                  <a:lnTo>
                    <a:pt x="1437" y="3"/>
                  </a:lnTo>
                  <a:lnTo>
                    <a:pt x="1528" y="13"/>
                  </a:lnTo>
                  <a:lnTo>
                    <a:pt x="1617" y="28"/>
                  </a:lnTo>
                  <a:lnTo>
                    <a:pt x="1703" y="49"/>
                  </a:lnTo>
                  <a:lnTo>
                    <a:pt x="1787" y="75"/>
                  </a:lnTo>
                  <a:lnTo>
                    <a:pt x="1869" y="106"/>
                  </a:lnTo>
                  <a:lnTo>
                    <a:pt x="1948" y="143"/>
                  </a:lnTo>
                  <a:lnTo>
                    <a:pt x="2024" y="185"/>
                  </a:lnTo>
                  <a:lnTo>
                    <a:pt x="2098" y="231"/>
                  </a:lnTo>
                  <a:lnTo>
                    <a:pt x="2167" y="281"/>
                  </a:lnTo>
                  <a:lnTo>
                    <a:pt x="2233" y="336"/>
                  </a:lnTo>
                  <a:lnTo>
                    <a:pt x="2297" y="395"/>
                  </a:lnTo>
                  <a:lnTo>
                    <a:pt x="2356" y="458"/>
                  </a:lnTo>
                  <a:lnTo>
                    <a:pt x="2411" y="525"/>
                  </a:lnTo>
                  <a:lnTo>
                    <a:pt x="2461" y="594"/>
                  </a:lnTo>
                  <a:lnTo>
                    <a:pt x="2507" y="668"/>
                  </a:lnTo>
                  <a:lnTo>
                    <a:pt x="2549" y="744"/>
                  </a:lnTo>
                  <a:lnTo>
                    <a:pt x="2586" y="823"/>
                  </a:lnTo>
                  <a:lnTo>
                    <a:pt x="2617" y="905"/>
                  </a:lnTo>
                  <a:lnTo>
                    <a:pt x="2644" y="989"/>
                  </a:lnTo>
                  <a:lnTo>
                    <a:pt x="2664" y="1075"/>
                  </a:lnTo>
                  <a:lnTo>
                    <a:pt x="2680" y="1164"/>
                  </a:lnTo>
                  <a:lnTo>
                    <a:pt x="2689" y="1254"/>
                  </a:lnTo>
                  <a:lnTo>
                    <a:pt x="2693" y="1346"/>
                  </a:lnTo>
                  <a:lnTo>
                    <a:pt x="2690" y="1431"/>
                  </a:lnTo>
                  <a:lnTo>
                    <a:pt x="2682" y="1516"/>
                  </a:lnTo>
                  <a:lnTo>
                    <a:pt x="2668" y="1599"/>
                  </a:lnTo>
                  <a:lnTo>
                    <a:pt x="2667" y="1604"/>
                  </a:lnTo>
                  <a:lnTo>
                    <a:pt x="2666" y="1614"/>
                  </a:lnTo>
                  <a:lnTo>
                    <a:pt x="2663" y="1627"/>
                  </a:lnTo>
                  <a:lnTo>
                    <a:pt x="2659" y="1644"/>
                  </a:lnTo>
                  <a:lnTo>
                    <a:pt x="2642" y="1713"/>
                  </a:lnTo>
                  <a:lnTo>
                    <a:pt x="2621" y="1779"/>
                  </a:lnTo>
                  <a:lnTo>
                    <a:pt x="2597" y="1845"/>
                  </a:lnTo>
                  <a:lnTo>
                    <a:pt x="2569" y="1910"/>
                  </a:lnTo>
                  <a:lnTo>
                    <a:pt x="2544" y="1968"/>
                  </a:lnTo>
                  <a:lnTo>
                    <a:pt x="2514" y="2030"/>
                  </a:lnTo>
                  <a:lnTo>
                    <a:pt x="2482" y="2095"/>
                  </a:lnTo>
                  <a:lnTo>
                    <a:pt x="2445" y="2163"/>
                  </a:lnTo>
                  <a:lnTo>
                    <a:pt x="2404" y="2233"/>
                  </a:lnTo>
                  <a:lnTo>
                    <a:pt x="2359" y="2307"/>
                  </a:lnTo>
                  <a:lnTo>
                    <a:pt x="2309" y="2383"/>
                  </a:lnTo>
                  <a:lnTo>
                    <a:pt x="2255" y="2460"/>
                  </a:lnTo>
                  <a:lnTo>
                    <a:pt x="2196" y="2541"/>
                  </a:lnTo>
                  <a:lnTo>
                    <a:pt x="2131" y="2623"/>
                  </a:lnTo>
                  <a:lnTo>
                    <a:pt x="2061" y="2707"/>
                  </a:lnTo>
                  <a:lnTo>
                    <a:pt x="1986" y="2793"/>
                  </a:lnTo>
                  <a:lnTo>
                    <a:pt x="1905" y="2881"/>
                  </a:lnTo>
                  <a:lnTo>
                    <a:pt x="1818" y="2970"/>
                  </a:lnTo>
                  <a:lnTo>
                    <a:pt x="1725" y="3060"/>
                  </a:lnTo>
                  <a:lnTo>
                    <a:pt x="1625" y="3152"/>
                  </a:lnTo>
                  <a:lnTo>
                    <a:pt x="1519" y="3243"/>
                  </a:lnTo>
                  <a:lnTo>
                    <a:pt x="1407" y="3337"/>
                  </a:lnTo>
                  <a:lnTo>
                    <a:pt x="1387" y="3349"/>
                  </a:lnTo>
                  <a:lnTo>
                    <a:pt x="1368" y="3356"/>
                  </a:lnTo>
                  <a:lnTo>
                    <a:pt x="1346" y="3358"/>
                  </a:lnTo>
                  <a:lnTo>
                    <a:pt x="1325" y="3356"/>
                  </a:lnTo>
                  <a:lnTo>
                    <a:pt x="1306" y="3349"/>
                  </a:lnTo>
                  <a:lnTo>
                    <a:pt x="1286" y="3337"/>
                  </a:lnTo>
                  <a:lnTo>
                    <a:pt x="1174" y="3243"/>
                  </a:lnTo>
                  <a:lnTo>
                    <a:pt x="1068" y="3152"/>
                  </a:lnTo>
                  <a:lnTo>
                    <a:pt x="968" y="3060"/>
                  </a:lnTo>
                  <a:lnTo>
                    <a:pt x="875" y="2970"/>
                  </a:lnTo>
                  <a:lnTo>
                    <a:pt x="787" y="2881"/>
                  </a:lnTo>
                  <a:lnTo>
                    <a:pt x="706" y="2793"/>
                  </a:lnTo>
                  <a:lnTo>
                    <a:pt x="631" y="2707"/>
                  </a:lnTo>
                  <a:lnTo>
                    <a:pt x="561" y="2623"/>
                  </a:lnTo>
                  <a:lnTo>
                    <a:pt x="497" y="2541"/>
                  </a:lnTo>
                  <a:lnTo>
                    <a:pt x="438" y="2460"/>
                  </a:lnTo>
                  <a:lnTo>
                    <a:pt x="384" y="2383"/>
                  </a:lnTo>
                  <a:lnTo>
                    <a:pt x="334" y="2307"/>
                  </a:lnTo>
                  <a:lnTo>
                    <a:pt x="289" y="2233"/>
                  </a:lnTo>
                  <a:lnTo>
                    <a:pt x="248" y="2163"/>
                  </a:lnTo>
                  <a:lnTo>
                    <a:pt x="211" y="2095"/>
                  </a:lnTo>
                  <a:lnTo>
                    <a:pt x="179" y="2030"/>
                  </a:lnTo>
                  <a:lnTo>
                    <a:pt x="149" y="1968"/>
                  </a:lnTo>
                  <a:lnTo>
                    <a:pt x="123" y="1910"/>
                  </a:lnTo>
                  <a:lnTo>
                    <a:pt x="96" y="1845"/>
                  </a:lnTo>
                  <a:lnTo>
                    <a:pt x="71" y="1779"/>
                  </a:lnTo>
                  <a:lnTo>
                    <a:pt x="51" y="1712"/>
                  </a:lnTo>
                  <a:lnTo>
                    <a:pt x="34" y="1644"/>
                  </a:lnTo>
                  <a:lnTo>
                    <a:pt x="30" y="1627"/>
                  </a:lnTo>
                  <a:lnTo>
                    <a:pt x="28" y="1614"/>
                  </a:lnTo>
                  <a:lnTo>
                    <a:pt x="25" y="1604"/>
                  </a:lnTo>
                  <a:lnTo>
                    <a:pt x="24" y="1599"/>
                  </a:lnTo>
                  <a:lnTo>
                    <a:pt x="11" y="1516"/>
                  </a:lnTo>
                  <a:lnTo>
                    <a:pt x="3" y="1431"/>
                  </a:lnTo>
                  <a:lnTo>
                    <a:pt x="0" y="1346"/>
                  </a:lnTo>
                  <a:lnTo>
                    <a:pt x="3" y="1254"/>
                  </a:lnTo>
                  <a:lnTo>
                    <a:pt x="12" y="1164"/>
                  </a:lnTo>
                  <a:lnTo>
                    <a:pt x="28" y="1075"/>
                  </a:lnTo>
                  <a:lnTo>
                    <a:pt x="49" y="989"/>
                  </a:lnTo>
                  <a:lnTo>
                    <a:pt x="74" y="905"/>
                  </a:lnTo>
                  <a:lnTo>
                    <a:pt x="106" y="823"/>
                  </a:lnTo>
                  <a:lnTo>
                    <a:pt x="143" y="744"/>
                  </a:lnTo>
                  <a:lnTo>
                    <a:pt x="185" y="668"/>
                  </a:lnTo>
                  <a:lnTo>
                    <a:pt x="231" y="594"/>
                  </a:lnTo>
                  <a:lnTo>
                    <a:pt x="281" y="525"/>
                  </a:lnTo>
                  <a:lnTo>
                    <a:pt x="336" y="458"/>
                  </a:lnTo>
                  <a:lnTo>
                    <a:pt x="395" y="395"/>
                  </a:lnTo>
                  <a:lnTo>
                    <a:pt x="457" y="336"/>
                  </a:lnTo>
                  <a:lnTo>
                    <a:pt x="525" y="281"/>
                  </a:lnTo>
                  <a:lnTo>
                    <a:pt x="594" y="231"/>
                  </a:lnTo>
                  <a:lnTo>
                    <a:pt x="668" y="185"/>
                  </a:lnTo>
                  <a:lnTo>
                    <a:pt x="743" y="143"/>
                  </a:lnTo>
                  <a:lnTo>
                    <a:pt x="823" y="106"/>
                  </a:lnTo>
                  <a:lnTo>
                    <a:pt x="904" y="75"/>
                  </a:lnTo>
                  <a:lnTo>
                    <a:pt x="988" y="49"/>
                  </a:lnTo>
                  <a:lnTo>
                    <a:pt x="1075" y="28"/>
                  </a:lnTo>
                  <a:lnTo>
                    <a:pt x="1164" y="13"/>
                  </a:lnTo>
                  <a:lnTo>
                    <a:pt x="1254" y="3"/>
                  </a:lnTo>
                  <a:lnTo>
                    <a:pt x="1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Freeform 127"/>
            <p:cNvSpPr>
              <a:spLocks noEditPoints="1"/>
            </p:cNvSpPr>
            <p:nvPr/>
          </p:nvSpPr>
          <p:spPr bwMode="auto">
            <a:xfrm>
              <a:off x="2689226" y="2779713"/>
              <a:ext cx="271463" cy="271463"/>
            </a:xfrm>
            <a:custGeom>
              <a:avLst/>
              <a:gdLst>
                <a:gd name="T0" fmla="*/ 728 w 1708"/>
                <a:gd name="T1" fmla="*/ 202 h 1709"/>
                <a:gd name="T2" fmla="*/ 554 w 1708"/>
                <a:gd name="T3" fmla="*/ 261 h 1709"/>
                <a:gd name="T4" fmla="*/ 406 w 1708"/>
                <a:gd name="T5" fmla="*/ 364 h 1709"/>
                <a:gd name="T6" fmla="*/ 291 w 1708"/>
                <a:gd name="T7" fmla="*/ 502 h 1709"/>
                <a:gd name="T8" fmla="*/ 216 w 1708"/>
                <a:gd name="T9" fmla="*/ 668 h 1709"/>
                <a:gd name="T10" fmla="*/ 190 w 1708"/>
                <a:gd name="T11" fmla="*/ 854 h 1709"/>
                <a:gd name="T12" fmla="*/ 216 w 1708"/>
                <a:gd name="T13" fmla="*/ 1040 h 1709"/>
                <a:gd name="T14" fmla="*/ 291 w 1708"/>
                <a:gd name="T15" fmla="*/ 1207 h 1709"/>
                <a:gd name="T16" fmla="*/ 406 w 1708"/>
                <a:gd name="T17" fmla="*/ 1345 h 1709"/>
                <a:gd name="T18" fmla="*/ 554 w 1708"/>
                <a:gd name="T19" fmla="*/ 1447 h 1709"/>
                <a:gd name="T20" fmla="*/ 728 w 1708"/>
                <a:gd name="T21" fmla="*/ 1507 h 1709"/>
                <a:gd name="T22" fmla="*/ 918 w 1708"/>
                <a:gd name="T23" fmla="*/ 1516 h 1709"/>
                <a:gd name="T24" fmla="*/ 1098 w 1708"/>
                <a:gd name="T25" fmla="*/ 1472 h 1709"/>
                <a:gd name="T26" fmla="*/ 1256 w 1708"/>
                <a:gd name="T27" fmla="*/ 1383 h 1709"/>
                <a:gd name="T28" fmla="*/ 1382 w 1708"/>
                <a:gd name="T29" fmla="*/ 1256 h 1709"/>
                <a:gd name="T30" fmla="*/ 1472 w 1708"/>
                <a:gd name="T31" fmla="*/ 1098 h 1709"/>
                <a:gd name="T32" fmla="*/ 1515 w 1708"/>
                <a:gd name="T33" fmla="*/ 918 h 1709"/>
                <a:gd name="T34" fmla="*/ 1506 w 1708"/>
                <a:gd name="T35" fmla="*/ 728 h 1709"/>
                <a:gd name="T36" fmla="*/ 1446 w 1708"/>
                <a:gd name="T37" fmla="*/ 555 h 1709"/>
                <a:gd name="T38" fmla="*/ 1343 w 1708"/>
                <a:gd name="T39" fmla="*/ 406 h 1709"/>
                <a:gd name="T40" fmla="*/ 1206 w 1708"/>
                <a:gd name="T41" fmla="*/ 291 h 1709"/>
                <a:gd name="T42" fmla="*/ 1040 w 1708"/>
                <a:gd name="T43" fmla="*/ 216 h 1709"/>
                <a:gd name="T44" fmla="*/ 853 w 1708"/>
                <a:gd name="T45" fmla="*/ 190 h 1709"/>
                <a:gd name="T46" fmla="*/ 999 w 1708"/>
                <a:gd name="T47" fmla="*/ 12 h 1709"/>
                <a:gd name="T48" fmla="*/ 1201 w 1708"/>
                <a:gd name="T49" fmla="*/ 74 h 1709"/>
                <a:gd name="T50" fmla="*/ 1380 w 1708"/>
                <a:gd name="T51" fmla="*/ 181 h 1709"/>
                <a:gd name="T52" fmla="*/ 1526 w 1708"/>
                <a:gd name="T53" fmla="*/ 327 h 1709"/>
                <a:gd name="T54" fmla="*/ 1633 w 1708"/>
                <a:gd name="T55" fmla="*/ 506 h 1709"/>
                <a:gd name="T56" fmla="*/ 1696 w 1708"/>
                <a:gd name="T57" fmla="*/ 708 h 1709"/>
                <a:gd name="T58" fmla="*/ 1705 w 1708"/>
                <a:gd name="T59" fmla="*/ 928 h 1709"/>
                <a:gd name="T60" fmla="*/ 1660 w 1708"/>
                <a:gd name="T61" fmla="*/ 1137 h 1709"/>
                <a:gd name="T62" fmla="*/ 1567 w 1708"/>
                <a:gd name="T63" fmla="*/ 1324 h 1709"/>
                <a:gd name="T64" fmla="*/ 1432 w 1708"/>
                <a:gd name="T65" fmla="*/ 1482 h 1709"/>
                <a:gd name="T66" fmla="*/ 1265 w 1708"/>
                <a:gd name="T67" fmla="*/ 1603 h 1709"/>
                <a:gd name="T68" fmla="*/ 1069 w 1708"/>
                <a:gd name="T69" fmla="*/ 1682 h 1709"/>
                <a:gd name="T70" fmla="*/ 853 w 1708"/>
                <a:gd name="T71" fmla="*/ 1709 h 1709"/>
                <a:gd name="T72" fmla="*/ 638 w 1708"/>
                <a:gd name="T73" fmla="*/ 1682 h 1709"/>
                <a:gd name="T74" fmla="*/ 443 w 1708"/>
                <a:gd name="T75" fmla="*/ 1603 h 1709"/>
                <a:gd name="T76" fmla="*/ 275 w 1708"/>
                <a:gd name="T77" fmla="*/ 1482 h 1709"/>
                <a:gd name="T78" fmla="*/ 141 w 1708"/>
                <a:gd name="T79" fmla="*/ 1324 h 1709"/>
                <a:gd name="T80" fmla="*/ 48 w 1708"/>
                <a:gd name="T81" fmla="*/ 1137 h 1709"/>
                <a:gd name="T82" fmla="*/ 3 w 1708"/>
                <a:gd name="T83" fmla="*/ 928 h 1709"/>
                <a:gd name="T84" fmla="*/ 12 w 1708"/>
                <a:gd name="T85" fmla="*/ 708 h 1709"/>
                <a:gd name="T86" fmla="*/ 73 w 1708"/>
                <a:gd name="T87" fmla="*/ 506 h 1709"/>
                <a:gd name="T88" fmla="*/ 182 w 1708"/>
                <a:gd name="T89" fmla="*/ 327 h 1709"/>
                <a:gd name="T90" fmla="*/ 328 w 1708"/>
                <a:gd name="T91" fmla="*/ 181 h 1709"/>
                <a:gd name="T92" fmla="*/ 505 w 1708"/>
                <a:gd name="T93" fmla="*/ 74 h 1709"/>
                <a:gd name="T94" fmla="*/ 708 w 1708"/>
                <a:gd name="T95" fmla="*/ 12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08" h="1709">
                  <a:moveTo>
                    <a:pt x="853" y="190"/>
                  </a:moveTo>
                  <a:lnTo>
                    <a:pt x="790" y="193"/>
                  </a:lnTo>
                  <a:lnTo>
                    <a:pt x="728" y="202"/>
                  </a:lnTo>
                  <a:lnTo>
                    <a:pt x="668" y="216"/>
                  </a:lnTo>
                  <a:lnTo>
                    <a:pt x="609" y="237"/>
                  </a:lnTo>
                  <a:lnTo>
                    <a:pt x="554" y="261"/>
                  </a:lnTo>
                  <a:lnTo>
                    <a:pt x="501" y="291"/>
                  </a:lnTo>
                  <a:lnTo>
                    <a:pt x="452" y="325"/>
                  </a:lnTo>
                  <a:lnTo>
                    <a:pt x="406" y="364"/>
                  </a:lnTo>
                  <a:lnTo>
                    <a:pt x="363" y="406"/>
                  </a:lnTo>
                  <a:lnTo>
                    <a:pt x="326" y="453"/>
                  </a:lnTo>
                  <a:lnTo>
                    <a:pt x="291" y="502"/>
                  </a:lnTo>
                  <a:lnTo>
                    <a:pt x="261" y="555"/>
                  </a:lnTo>
                  <a:lnTo>
                    <a:pt x="236" y="610"/>
                  </a:lnTo>
                  <a:lnTo>
                    <a:pt x="216" y="668"/>
                  </a:lnTo>
                  <a:lnTo>
                    <a:pt x="201" y="728"/>
                  </a:lnTo>
                  <a:lnTo>
                    <a:pt x="193" y="790"/>
                  </a:lnTo>
                  <a:lnTo>
                    <a:pt x="190" y="854"/>
                  </a:lnTo>
                  <a:lnTo>
                    <a:pt x="193" y="918"/>
                  </a:lnTo>
                  <a:lnTo>
                    <a:pt x="201" y="980"/>
                  </a:lnTo>
                  <a:lnTo>
                    <a:pt x="216" y="1040"/>
                  </a:lnTo>
                  <a:lnTo>
                    <a:pt x="236" y="1098"/>
                  </a:lnTo>
                  <a:lnTo>
                    <a:pt x="261" y="1154"/>
                  </a:lnTo>
                  <a:lnTo>
                    <a:pt x="291" y="1207"/>
                  </a:lnTo>
                  <a:lnTo>
                    <a:pt x="325" y="1256"/>
                  </a:lnTo>
                  <a:lnTo>
                    <a:pt x="363" y="1302"/>
                  </a:lnTo>
                  <a:lnTo>
                    <a:pt x="406" y="1345"/>
                  </a:lnTo>
                  <a:lnTo>
                    <a:pt x="452" y="1383"/>
                  </a:lnTo>
                  <a:lnTo>
                    <a:pt x="501" y="1417"/>
                  </a:lnTo>
                  <a:lnTo>
                    <a:pt x="554" y="1447"/>
                  </a:lnTo>
                  <a:lnTo>
                    <a:pt x="609" y="1472"/>
                  </a:lnTo>
                  <a:lnTo>
                    <a:pt x="668" y="1492"/>
                  </a:lnTo>
                  <a:lnTo>
                    <a:pt x="728" y="1507"/>
                  </a:lnTo>
                  <a:lnTo>
                    <a:pt x="790" y="1516"/>
                  </a:lnTo>
                  <a:lnTo>
                    <a:pt x="853" y="1519"/>
                  </a:lnTo>
                  <a:lnTo>
                    <a:pt x="918" y="1516"/>
                  </a:lnTo>
                  <a:lnTo>
                    <a:pt x="980" y="1507"/>
                  </a:lnTo>
                  <a:lnTo>
                    <a:pt x="1040" y="1492"/>
                  </a:lnTo>
                  <a:lnTo>
                    <a:pt x="1098" y="1472"/>
                  </a:lnTo>
                  <a:lnTo>
                    <a:pt x="1153" y="1447"/>
                  </a:lnTo>
                  <a:lnTo>
                    <a:pt x="1207" y="1417"/>
                  </a:lnTo>
                  <a:lnTo>
                    <a:pt x="1256" y="1383"/>
                  </a:lnTo>
                  <a:lnTo>
                    <a:pt x="1302" y="1345"/>
                  </a:lnTo>
                  <a:lnTo>
                    <a:pt x="1344" y="1302"/>
                  </a:lnTo>
                  <a:lnTo>
                    <a:pt x="1382" y="1256"/>
                  </a:lnTo>
                  <a:lnTo>
                    <a:pt x="1417" y="1207"/>
                  </a:lnTo>
                  <a:lnTo>
                    <a:pt x="1446" y="1154"/>
                  </a:lnTo>
                  <a:lnTo>
                    <a:pt x="1472" y="1098"/>
                  </a:lnTo>
                  <a:lnTo>
                    <a:pt x="1491" y="1040"/>
                  </a:lnTo>
                  <a:lnTo>
                    <a:pt x="1506" y="980"/>
                  </a:lnTo>
                  <a:lnTo>
                    <a:pt x="1515" y="918"/>
                  </a:lnTo>
                  <a:lnTo>
                    <a:pt x="1518" y="854"/>
                  </a:lnTo>
                  <a:lnTo>
                    <a:pt x="1515" y="790"/>
                  </a:lnTo>
                  <a:lnTo>
                    <a:pt x="1506" y="728"/>
                  </a:lnTo>
                  <a:lnTo>
                    <a:pt x="1491" y="668"/>
                  </a:lnTo>
                  <a:lnTo>
                    <a:pt x="1471" y="610"/>
                  </a:lnTo>
                  <a:lnTo>
                    <a:pt x="1446" y="555"/>
                  </a:lnTo>
                  <a:lnTo>
                    <a:pt x="1417" y="502"/>
                  </a:lnTo>
                  <a:lnTo>
                    <a:pt x="1382" y="453"/>
                  </a:lnTo>
                  <a:lnTo>
                    <a:pt x="1343" y="406"/>
                  </a:lnTo>
                  <a:lnTo>
                    <a:pt x="1302" y="364"/>
                  </a:lnTo>
                  <a:lnTo>
                    <a:pt x="1256" y="325"/>
                  </a:lnTo>
                  <a:lnTo>
                    <a:pt x="1206" y="291"/>
                  </a:lnTo>
                  <a:lnTo>
                    <a:pt x="1153" y="261"/>
                  </a:lnTo>
                  <a:lnTo>
                    <a:pt x="1097" y="237"/>
                  </a:lnTo>
                  <a:lnTo>
                    <a:pt x="1040" y="216"/>
                  </a:lnTo>
                  <a:lnTo>
                    <a:pt x="980" y="202"/>
                  </a:lnTo>
                  <a:lnTo>
                    <a:pt x="918" y="193"/>
                  </a:lnTo>
                  <a:lnTo>
                    <a:pt x="853" y="190"/>
                  </a:lnTo>
                  <a:close/>
                  <a:moveTo>
                    <a:pt x="853" y="0"/>
                  </a:moveTo>
                  <a:lnTo>
                    <a:pt x="927" y="3"/>
                  </a:lnTo>
                  <a:lnTo>
                    <a:pt x="999" y="12"/>
                  </a:lnTo>
                  <a:lnTo>
                    <a:pt x="1069" y="27"/>
                  </a:lnTo>
                  <a:lnTo>
                    <a:pt x="1137" y="48"/>
                  </a:lnTo>
                  <a:lnTo>
                    <a:pt x="1201" y="74"/>
                  </a:lnTo>
                  <a:lnTo>
                    <a:pt x="1265" y="105"/>
                  </a:lnTo>
                  <a:lnTo>
                    <a:pt x="1324" y="142"/>
                  </a:lnTo>
                  <a:lnTo>
                    <a:pt x="1380" y="181"/>
                  </a:lnTo>
                  <a:lnTo>
                    <a:pt x="1432" y="226"/>
                  </a:lnTo>
                  <a:lnTo>
                    <a:pt x="1481" y="275"/>
                  </a:lnTo>
                  <a:lnTo>
                    <a:pt x="1526" y="327"/>
                  </a:lnTo>
                  <a:lnTo>
                    <a:pt x="1567" y="384"/>
                  </a:lnTo>
                  <a:lnTo>
                    <a:pt x="1603" y="444"/>
                  </a:lnTo>
                  <a:lnTo>
                    <a:pt x="1633" y="506"/>
                  </a:lnTo>
                  <a:lnTo>
                    <a:pt x="1660" y="571"/>
                  </a:lnTo>
                  <a:lnTo>
                    <a:pt x="1680" y="639"/>
                  </a:lnTo>
                  <a:lnTo>
                    <a:pt x="1696" y="708"/>
                  </a:lnTo>
                  <a:lnTo>
                    <a:pt x="1705" y="781"/>
                  </a:lnTo>
                  <a:lnTo>
                    <a:pt x="1708" y="854"/>
                  </a:lnTo>
                  <a:lnTo>
                    <a:pt x="1705" y="928"/>
                  </a:lnTo>
                  <a:lnTo>
                    <a:pt x="1696" y="999"/>
                  </a:lnTo>
                  <a:lnTo>
                    <a:pt x="1680" y="1070"/>
                  </a:lnTo>
                  <a:lnTo>
                    <a:pt x="1660" y="1137"/>
                  </a:lnTo>
                  <a:lnTo>
                    <a:pt x="1633" y="1203"/>
                  </a:lnTo>
                  <a:lnTo>
                    <a:pt x="1603" y="1265"/>
                  </a:lnTo>
                  <a:lnTo>
                    <a:pt x="1567" y="1324"/>
                  </a:lnTo>
                  <a:lnTo>
                    <a:pt x="1526" y="1380"/>
                  </a:lnTo>
                  <a:lnTo>
                    <a:pt x="1481" y="1433"/>
                  </a:lnTo>
                  <a:lnTo>
                    <a:pt x="1432" y="1482"/>
                  </a:lnTo>
                  <a:lnTo>
                    <a:pt x="1380" y="1527"/>
                  </a:lnTo>
                  <a:lnTo>
                    <a:pt x="1324" y="1567"/>
                  </a:lnTo>
                  <a:lnTo>
                    <a:pt x="1265" y="1603"/>
                  </a:lnTo>
                  <a:lnTo>
                    <a:pt x="1201" y="1635"/>
                  </a:lnTo>
                  <a:lnTo>
                    <a:pt x="1137" y="1660"/>
                  </a:lnTo>
                  <a:lnTo>
                    <a:pt x="1069" y="1682"/>
                  </a:lnTo>
                  <a:lnTo>
                    <a:pt x="999" y="1697"/>
                  </a:lnTo>
                  <a:lnTo>
                    <a:pt x="927" y="1706"/>
                  </a:lnTo>
                  <a:lnTo>
                    <a:pt x="853" y="1709"/>
                  </a:lnTo>
                  <a:lnTo>
                    <a:pt x="780" y="1706"/>
                  </a:lnTo>
                  <a:lnTo>
                    <a:pt x="708" y="1697"/>
                  </a:lnTo>
                  <a:lnTo>
                    <a:pt x="638" y="1682"/>
                  </a:lnTo>
                  <a:lnTo>
                    <a:pt x="571" y="1660"/>
                  </a:lnTo>
                  <a:lnTo>
                    <a:pt x="505" y="1635"/>
                  </a:lnTo>
                  <a:lnTo>
                    <a:pt x="443" y="1603"/>
                  </a:lnTo>
                  <a:lnTo>
                    <a:pt x="384" y="1567"/>
                  </a:lnTo>
                  <a:lnTo>
                    <a:pt x="328" y="1527"/>
                  </a:lnTo>
                  <a:lnTo>
                    <a:pt x="275" y="1482"/>
                  </a:lnTo>
                  <a:lnTo>
                    <a:pt x="227" y="1433"/>
                  </a:lnTo>
                  <a:lnTo>
                    <a:pt x="182" y="1380"/>
                  </a:lnTo>
                  <a:lnTo>
                    <a:pt x="141" y="1324"/>
                  </a:lnTo>
                  <a:lnTo>
                    <a:pt x="105" y="1265"/>
                  </a:lnTo>
                  <a:lnTo>
                    <a:pt x="73" y="1203"/>
                  </a:lnTo>
                  <a:lnTo>
                    <a:pt x="48" y="1137"/>
                  </a:lnTo>
                  <a:lnTo>
                    <a:pt x="27" y="1070"/>
                  </a:lnTo>
                  <a:lnTo>
                    <a:pt x="12" y="999"/>
                  </a:lnTo>
                  <a:lnTo>
                    <a:pt x="3" y="928"/>
                  </a:lnTo>
                  <a:lnTo>
                    <a:pt x="0" y="854"/>
                  </a:lnTo>
                  <a:lnTo>
                    <a:pt x="3" y="781"/>
                  </a:lnTo>
                  <a:lnTo>
                    <a:pt x="12" y="708"/>
                  </a:lnTo>
                  <a:lnTo>
                    <a:pt x="27" y="639"/>
                  </a:lnTo>
                  <a:lnTo>
                    <a:pt x="48" y="571"/>
                  </a:lnTo>
                  <a:lnTo>
                    <a:pt x="73" y="506"/>
                  </a:lnTo>
                  <a:lnTo>
                    <a:pt x="105" y="444"/>
                  </a:lnTo>
                  <a:lnTo>
                    <a:pt x="141" y="384"/>
                  </a:lnTo>
                  <a:lnTo>
                    <a:pt x="182" y="327"/>
                  </a:lnTo>
                  <a:lnTo>
                    <a:pt x="227" y="275"/>
                  </a:lnTo>
                  <a:lnTo>
                    <a:pt x="275" y="226"/>
                  </a:lnTo>
                  <a:lnTo>
                    <a:pt x="328" y="181"/>
                  </a:lnTo>
                  <a:lnTo>
                    <a:pt x="384" y="142"/>
                  </a:lnTo>
                  <a:lnTo>
                    <a:pt x="443" y="105"/>
                  </a:lnTo>
                  <a:lnTo>
                    <a:pt x="505" y="74"/>
                  </a:lnTo>
                  <a:lnTo>
                    <a:pt x="571" y="48"/>
                  </a:lnTo>
                  <a:lnTo>
                    <a:pt x="638" y="27"/>
                  </a:lnTo>
                  <a:lnTo>
                    <a:pt x="708" y="12"/>
                  </a:lnTo>
                  <a:lnTo>
                    <a:pt x="780" y="3"/>
                  </a:lnTo>
                  <a:lnTo>
                    <a:pt x="8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Group 57"/>
          <p:cNvGrpSpPr/>
          <p:nvPr/>
        </p:nvGrpSpPr>
        <p:grpSpPr>
          <a:xfrm>
            <a:off x="9791613" y="2718952"/>
            <a:ext cx="679496" cy="679496"/>
            <a:chOff x="10996613" y="1925638"/>
            <a:chExt cx="534987" cy="534988"/>
          </a:xfrm>
          <a:solidFill>
            <a:schemeClr val="bg1"/>
          </a:solidFill>
        </p:grpSpPr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10996613" y="1925638"/>
              <a:ext cx="534987" cy="534988"/>
            </a:xfrm>
            <a:custGeom>
              <a:avLst/>
              <a:gdLst>
                <a:gd name="T0" fmla="*/ 1446 w 3370"/>
                <a:gd name="T1" fmla="*/ 543 h 3371"/>
                <a:gd name="T2" fmla="*/ 1099 w 3370"/>
                <a:gd name="T3" fmla="*/ 703 h 3371"/>
                <a:gd name="T4" fmla="*/ 750 w 3370"/>
                <a:gd name="T5" fmla="*/ 523 h 3371"/>
                <a:gd name="T6" fmla="*/ 518 w 3370"/>
                <a:gd name="T7" fmla="*/ 737 h 3371"/>
                <a:gd name="T8" fmla="*/ 710 w 3370"/>
                <a:gd name="T9" fmla="*/ 1069 h 3371"/>
                <a:gd name="T10" fmla="*/ 568 w 3370"/>
                <a:gd name="T11" fmla="*/ 1428 h 3371"/>
                <a:gd name="T12" fmla="*/ 192 w 3370"/>
                <a:gd name="T13" fmla="*/ 1536 h 3371"/>
                <a:gd name="T14" fmla="*/ 524 w 3370"/>
                <a:gd name="T15" fmla="*/ 1916 h 3371"/>
                <a:gd name="T16" fmla="*/ 665 w 3370"/>
                <a:gd name="T17" fmla="*/ 2204 h 3371"/>
                <a:gd name="T18" fmla="*/ 526 w 3370"/>
                <a:gd name="T19" fmla="*/ 2621 h 3371"/>
                <a:gd name="T20" fmla="*/ 749 w 3370"/>
                <a:gd name="T21" fmla="*/ 2861 h 3371"/>
                <a:gd name="T22" fmla="*/ 1044 w 3370"/>
                <a:gd name="T23" fmla="*/ 2666 h 3371"/>
                <a:gd name="T24" fmla="*/ 1325 w 3370"/>
                <a:gd name="T25" fmla="*/ 2773 h 3371"/>
                <a:gd name="T26" fmla="*/ 1519 w 3370"/>
                <a:gd name="T27" fmla="*/ 3167 h 3371"/>
                <a:gd name="T28" fmla="*/ 1851 w 3370"/>
                <a:gd name="T29" fmla="*/ 3167 h 3371"/>
                <a:gd name="T30" fmla="*/ 2048 w 3370"/>
                <a:gd name="T31" fmla="*/ 2773 h 3371"/>
                <a:gd name="T32" fmla="*/ 2351 w 3370"/>
                <a:gd name="T33" fmla="*/ 2666 h 3371"/>
                <a:gd name="T34" fmla="*/ 2631 w 3370"/>
                <a:gd name="T35" fmla="*/ 2854 h 3371"/>
                <a:gd name="T36" fmla="*/ 2676 w 3370"/>
                <a:gd name="T37" fmla="*/ 2370 h 3371"/>
                <a:gd name="T38" fmla="*/ 2743 w 3370"/>
                <a:gd name="T39" fmla="*/ 2123 h 3371"/>
                <a:gd name="T40" fmla="*/ 2870 w 3370"/>
                <a:gd name="T41" fmla="*/ 1902 h 3371"/>
                <a:gd name="T42" fmla="*/ 3181 w 3370"/>
                <a:gd name="T43" fmla="*/ 1529 h 3371"/>
                <a:gd name="T44" fmla="*/ 2803 w 3370"/>
                <a:gd name="T45" fmla="*/ 1421 h 3371"/>
                <a:gd name="T46" fmla="*/ 2659 w 3370"/>
                <a:gd name="T47" fmla="*/ 1063 h 3371"/>
                <a:gd name="T48" fmla="*/ 2849 w 3370"/>
                <a:gd name="T49" fmla="*/ 732 h 3371"/>
                <a:gd name="T50" fmla="*/ 2618 w 3370"/>
                <a:gd name="T51" fmla="*/ 519 h 3371"/>
                <a:gd name="T52" fmla="*/ 2268 w 3370"/>
                <a:gd name="T53" fmla="*/ 700 h 3371"/>
                <a:gd name="T54" fmla="*/ 1913 w 3370"/>
                <a:gd name="T55" fmla="*/ 540 h 3371"/>
                <a:gd name="T56" fmla="*/ 1532 w 3370"/>
                <a:gd name="T57" fmla="*/ 189 h 3371"/>
                <a:gd name="T58" fmla="*/ 1973 w 3370"/>
                <a:gd name="T59" fmla="*/ 60 h 3371"/>
                <a:gd name="T60" fmla="*/ 2233 w 3370"/>
                <a:gd name="T61" fmla="*/ 468 h 3371"/>
                <a:gd name="T62" fmla="*/ 2659 w 3370"/>
                <a:gd name="T63" fmla="*/ 331 h 3371"/>
                <a:gd name="T64" fmla="*/ 3022 w 3370"/>
                <a:gd name="T65" fmla="*/ 652 h 3371"/>
                <a:gd name="T66" fmla="*/ 3005 w 3370"/>
                <a:gd name="T67" fmla="*/ 868 h 3371"/>
                <a:gd name="T68" fmla="*/ 3260 w 3370"/>
                <a:gd name="T69" fmla="*/ 1353 h 3371"/>
                <a:gd name="T70" fmla="*/ 3370 w 3370"/>
                <a:gd name="T71" fmla="*/ 1537 h 3371"/>
                <a:gd name="T72" fmla="*/ 3286 w 3370"/>
                <a:gd name="T73" fmla="*/ 2001 h 3371"/>
                <a:gd name="T74" fmla="*/ 2865 w 3370"/>
                <a:gd name="T75" fmla="*/ 2309 h 3371"/>
                <a:gd name="T76" fmla="*/ 3033 w 3370"/>
                <a:gd name="T77" fmla="*/ 2690 h 3371"/>
                <a:gd name="T78" fmla="*/ 2689 w 3370"/>
                <a:gd name="T79" fmla="*/ 3034 h 3371"/>
                <a:gd name="T80" fmla="*/ 2309 w 3370"/>
                <a:gd name="T81" fmla="*/ 2866 h 3371"/>
                <a:gd name="T82" fmla="*/ 2001 w 3370"/>
                <a:gd name="T83" fmla="*/ 3287 h 3371"/>
                <a:gd name="T84" fmla="*/ 1536 w 3370"/>
                <a:gd name="T85" fmla="*/ 3371 h 3371"/>
                <a:gd name="T86" fmla="*/ 1352 w 3370"/>
                <a:gd name="T87" fmla="*/ 3260 h 3371"/>
                <a:gd name="T88" fmla="*/ 871 w 3370"/>
                <a:gd name="T89" fmla="*/ 3010 h 3371"/>
                <a:gd name="T90" fmla="*/ 656 w 3370"/>
                <a:gd name="T91" fmla="*/ 3026 h 3371"/>
                <a:gd name="T92" fmla="*/ 335 w 3370"/>
                <a:gd name="T93" fmla="*/ 2663 h 3371"/>
                <a:gd name="T94" fmla="*/ 473 w 3370"/>
                <a:gd name="T95" fmla="*/ 2242 h 3371"/>
                <a:gd name="T96" fmla="*/ 60 w 3370"/>
                <a:gd name="T97" fmla="*/ 1988 h 3371"/>
                <a:gd name="T98" fmla="*/ 3 w 3370"/>
                <a:gd name="T99" fmla="*/ 1511 h 3371"/>
                <a:gd name="T100" fmla="*/ 141 w 3370"/>
                <a:gd name="T101" fmla="*/ 1347 h 3371"/>
                <a:gd name="T102" fmla="*/ 344 w 3370"/>
                <a:gd name="T103" fmla="*/ 843 h 3371"/>
                <a:gd name="T104" fmla="*/ 361 w 3370"/>
                <a:gd name="T105" fmla="*/ 629 h 3371"/>
                <a:gd name="T106" fmla="*/ 741 w 3370"/>
                <a:gd name="T107" fmla="*/ 332 h 3371"/>
                <a:gd name="T108" fmla="*/ 1206 w 3370"/>
                <a:gd name="T109" fmla="*/ 440 h 3371"/>
                <a:gd name="T110" fmla="*/ 1409 w 3370"/>
                <a:gd name="T111" fmla="*/ 40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70" h="3370">
                  <a:moveTo>
                    <a:pt x="1532" y="189"/>
                  </a:moveTo>
                  <a:lnTo>
                    <a:pt x="1524" y="192"/>
                  </a:lnTo>
                  <a:lnTo>
                    <a:pt x="1518" y="198"/>
                  </a:lnTo>
                  <a:lnTo>
                    <a:pt x="1513" y="205"/>
                  </a:lnTo>
                  <a:lnTo>
                    <a:pt x="1463" y="503"/>
                  </a:lnTo>
                  <a:lnTo>
                    <a:pt x="1457" y="524"/>
                  </a:lnTo>
                  <a:lnTo>
                    <a:pt x="1446" y="543"/>
                  </a:lnTo>
                  <a:lnTo>
                    <a:pt x="1432" y="558"/>
                  </a:lnTo>
                  <a:lnTo>
                    <a:pt x="1414" y="571"/>
                  </a:lnTo>
                  <a:lnTo>
                    <a:pt x="1394" y="579"/>
                  </a:lnTo>
                  <a:lnTo>
                    <a:pt x="1317" y="602"/>
                  </a:lnTo>
                  <a:lnTo>
                    <a:pt x="1242" y="631"/>
                  </a:lnTo>
                  <a:lnTo>
                    <a:pt x="1169" y="665"/>
                  </a:lnTo>
                  <a:lnTo>
                    <a:pt x="1099" y="703"/>
                  </a:lnTo>
                  <a:lnTo>
                    <a:pt x="1079" y="712"/>
                  </a:lnTo>
                  <a:lnTo>
                    <a:pt x="1058" y="716"/>
                  </a:lnTo>
                  <a:lnTo>
                    <a:pt x="1036" y="715"/>
                  </a:lnTo>
                  <a:lnTo>
                    <a:pt x="1015" y="710"/>
                  </a:lnTo>
                  <a:lnTo>
                    <a:pt x="995" y="699"/>
                  </a:lnTo>
                  <a:lnTo>
                    <a:pt x="753" y="525"/>
                  </a:lnTo>
                  <a:lnTo>
                    <a:pt x="750" y="523"/>
                  </a:lnTo>
                  <a:lnTo>
                    <a:pt x="745" y="522"/>
                  </a:lnTo>
                  <a:lnTo>
                    <a:pt x="741" y="522"/>
                  </a:lnTo>
                  <a:lnTo>
                    <a:pt x="738" y="522"/>
                  </a:lnTo>
                  <a:lnTo>
                    <a:pt x="735" y="523"/>
                  </a:lnTo>
                  <a:lnTo>
                    <a:pt x="732" y="524"/>
                  </a:lnTo>
                  <a:lnTo>
                    <a:pt x="728" y="527"/>
                  </a:lnTo>
                  <a:lnTo>
                    <a:pt x="518" y="737"/>
                  </a:lnTo>
                  <a:lnTo>
                    <a:pt x="514" y="745"/>
                  </a:lnTo>
                  <a:lnTo>
                    <a:pt x="513" y="754"/>
                  </a:lnTo>
                  <a:lnTo>
                    <a:pt x="516" y="762"/>
                  </a:lnTo>
                  <a:lnTo>
                    <a:pt x="691" y="1008"/>
                  </a:lnTo>
                  <a:lnTo>
                    <a:pt x="702" y="1027"/>
                  </a:lnTo>
                  <a:lnTo>
                    <a:pt x="709" y="1048"/>
                  </a:lnTo>
                  <a:lnTo>
                    <a:pt x="710" y="1069"/>
                  </a:lnTo>
                  <a:lnTo>
                    <a:pt x="706" y="1091"/>
                  </a:lnTo>
                  <a:lnTo>
                    <a:pt x="696" y="1111"/>
                  </a:lnTo>
                  <a:lnTo>
                    <a:pt x="658" y="1181"/>
                  </a:lnTo>
                  <a:lnTo>
                    <a:pt x="626" y="1255"/>
                  </a:lnTo>
                  <a:lnTo>
                    <a:pt x="598" y="1329"/>
                  </a:lnTo>
                  <a:lnTo>
                    <a:pt x="576" y="1406"/>
                  </a:lnTo>
                  <a:lnTo>
                    <a:pt x="568" y="1428"/>
                  </a:lnTo>
                  <a:lnTo>
                    <a:pt x="556" y="1445"/>
                  </a:lnTo>
                  <a:lnTo>
                    <a:pt x="540" y="1460"/>
                  </a:lnTo>
                  <a:lnTo>
                    <a:pt x="521" y="1471"/>
                  </a:lnTo>
                  <a:lnTo>
                    <a:pt x="500" y="1477"/>
                  </a:lnTo>
                  <a:lnTo>
                    <a:pt x="206" y="1526"/>
                  </a:lnTo>
                  <a:lnTo>
                    <a:pt x="198" y="1529"/>
                  </a:lnTo>
                  <a:lnTo>
                    <a:pt x="192" y="1536"/>
                  </a:lnTo>
                  <a:lnTo>
                    <a:pt x="190" y="1545"/>
                  </a:lnTo>
                  <a:lnTo>
                    <a:pt x="190" y="1841"/>
                  </a:lnTo>
                  <a:lnTo>
                    <a:pt x="192" y="1850"/>
                  </a:lnTo>
                  <a:lnTo>
                    <a:pt x="198" y="1856"/>
                  </a:lnTo>
                  <a:lnTo>
                    <a:pt x="206" y="1859"/>
                  </a:lnTo>
                  <a:lnTo>
                    <a:pt x="504" y="1910"/>
                  </a:lnTo>
                  <a:lnTo>
                    <a:pt x="524" y="1916"/>
                  </a:lnTo>
                  <a:lnTo>
                    <a:pt x="544" y="1927"/>
                  </a:lnTo>
                  <a:lnTo>
                    <a:pt x="559" y="1942"/>
                  </a:lnTo>
                  <a:lnTo>
                    <a:pt x="571" y="1959"/>
                  </a:lnTo>
                  <a:lnTo>
                    <a:pt x="580" y="1980"/>
                  </a:lnTo>
                  <a:lnTo>
                    <a:pt x="602" y="2057"/>
                  </a:lnTo>
                  <a:lnTo>
                    <a:pt x="631" y="2131"/>
                  </a:lnTo>
                  <a:lnTo>
                    <a:pt x="665" y="2204"/>
                  </a:lnTo>
                  <a:lnTo>
                    <a:pt x="703" y="2274"/>
                  </a:lnTo>
                  <a:lnTo>
                    <a:pt x="713" y="2294"/>
                  </a:lnTo>
                  <a:lnTo>
                    <a:pt x="717" y="2316"/>
                  </a:lnTo>
                  <a:lnTo>
                    <a:pt x="716" y="2337"/>
                  </a:lnTo>
                  <a:lnTo>
                    <a:pt x="710" y="2359"/>
                  </a:lnTo>
                  <a:lnTo>
                    <a:pt x="699" y="2378"/>
                  </a:lnTo>
                  <a:lnTo>
                    <a:pt x="526" y="2621"/>
                  </a:lnTo>
                  <a:lnTo>
                    <a:pt x="523" y="2629"/>
                  </a:lnTo>
                  <a:lnTo>
                    <a:pt x="524" y="2637"/>
                  </a:lnTo>
                  <a:lnTo>
                    <a:pt x="528" y="2646"/>
                  </a:lnTo>
                  <a:lnTo>
                    <a:pt x="738" y="2855"/>
                  </a:lnTo>
                  <a:lnTo>
                    <a:pt x="741" y="2858"/>
                  </a:lnTo>
                  <a:lnTo>
                    <a:pt x="745" y="2860"/>
                  </a:lnTo>
                  <a:lnTo>
                    <a:pt x="749" y="2861"/>
                  </a:lnTo>
                  <a:lnTo>
                    <a:pt x="752" y="2861"/>
                  </a:lnTo>
                  <a:lnTo>
                    <a:pt x="755" y="2861"/>
                  </a:lnTo>
                  <a:lnTo>
                    <a:pt x="759" y="2859"/>
                  </a:lnTo>
                  <a:lnTo>
                    <a:pt x="762" y="2858"/>
                  </a:lnTo>
                  <a:lnTo>
                    <a:pt x="1009" y="2681"/>
                  </a:lnTo>
                  <a:lnTo>
                    <a:pt x="1026" y="2672"/>
                  </a:lnTo>
                  <a:lnTo>
                    <a:pt x="1044" y="2666"/>
                  </a:lnTo>
                  <a:lnTo>
                    <a:pt x="1063" y="2664"/>
                  </a:lnTo>
                  <a:lnTo>
                    <a:pt x="1079" y="2666"/>
                  </a:lnTo>
                  <a:lnTo>
                    <a:pt x="1096" y="2670"/>
                  </a:lnTo>
                  <a:lnTo>
                    <a:pt x="1111" y="2677"/>
                  </a:lnTo>
                  <a:lnTo>
                    <a:pt x="1181" y="2713"/>
                  </a:lnTo>
                  <a:lnTo>
                    <a:pt x="1252" y="2746"/>
                  </a:lnTo>
                  <a:lnTo>
                    <a:pt x="1325" y="2773"/>
                  </a:lnTo>
                  <a:lnTo>
                    <a:pt x="1400" y="2795"/>
                  </a:lnTo>
                  <a:lnTo>
                    <a:pt x="1420" y="2803"/>
                  </a:lnTo>
                  <a:lnTo>
                    <a:pt x="1438" y="2816"/>
                  </a:lnTo>
                  <a:lnTo>
                    <a:pt x="1453" y="2831"/>
                  </a:lnTo>
                  <a:lnTo>
                    <a:pt x="1463" y="2849"/>
                  </a:lnTo>
                  <a:lnTo>
                    <a:pt x="1469" y="2871"/>
                  </a:lnTo>
                  <a:lnTo>
                    <a:pt x="1519" y="3167"/>
                  </a:lnTo>
                  <a:lnTo>
                    <a:pt x="1522" y="3175"/>
                  </a:lnTo>
                  <a:lnTo>
                    <a:pt x="1529" y="3180"/>
                  </a:lnTo>
                  <a:lnTo>
                    <a:pt x="1537" y="3182"/>
                  </a:lnTo>
                  <a:lnTo>
                    <a:pt x="1834" y="3182"/>
                  </a:lnTo>
                  <a:lnTo>
                    <a:pt x="1842" y="3180"/>
                  </a:lnTo>
                  <a:lnTo>
                    <a:pt x="1848" y="3175"/>
                  </a:lnTo>
                  <a:lnTo>
                    <a:pt x="1851" y="3167"/>
                  </a:lnTo>
                  <a:lnTo>
                    <a:pt x="1902" y="2871"/>
                  </a:lnTo>
                  <a:lnTo>
                    <a:pt x="1908" y="2850"/>
                  </a:lnTo>
                  <a:lnTo>
                    <a:pt x="1918" y="2831"/>
                  </a:lnTo>
                  <a:lnTo>
                    <a:pt x="1932" y="2816"/>
                  </a:lnTo>
                  <a:lnTo>
                    <a:pt x="1951" y="2803"/>
                  </a:lnTo>
                  <a:lnTo>
                    <a:pt x="1971" y="2795"/>
                  </a:lnTo>
                  <a:lnTo>
                    <a:pt x="2048" y="2773"/>
                  </a:lnTo>
                  <a:lnTo>
                    <a:pt x="2123" y="2745"/>
                  </a:lnTo>
                  <a:lnTo>
                    <a:pt x="2196" y="2711"/>
                  </a:lnTo>
                  <a:lnTo>
                    <a:pt x="2266" y="2672"/>
                  </a:lnTo>
                  <a:lnTo>
                    <a:pt x="2287" y="2664"/>
                  </a:lnTo>
                  <a:lnTo>
                    <a:pt x="2308" y="2660"/>
                  </a:lnTo>
                  <a:lnTo>
                    <a:pt x="2330" y="2661"/>
                  </a:lnTo>
                  <a:lnTo>
                    <a:pt x="2351" y="2666"/>
                  </a:lnTo>
                  <a:lnTo>
                    <a:pt x="2370" y="2677"/>
                  </a:lnTo>
                  <a:lnTo>
                    <a:pt x="2614" y="2850"/>
                  </a:lnTo>
                  <a:lnTo>
                    <a:pt x="2617" y="2853"/>
                  </a:lnTo>
                  <a:lnTo>
                    <a:pt x="2620" y="2854"/>
                  </a:lnTo>
                  <a:lnTo>
                    <a:pt x="2625" y="2855"/>
                  </a:lnTo>
                  <a:lnTo>
                    <a:pt x="2628" y="2855"/>
                  </a:lnTo>
                  <a:lnTo>
                    <a:pt x="2631" y="2854"/>
                  </a:lnTo>
                  <a:lnTo>
                    <a:pt x="2635" y="2851"/>
                  </a:lnTo>
                  <a:lnTo>
                    <a:pt x="2638" y="2848"/>
                  </a:lnTo>
                  <a:lnTo>
                    <a:pt x="2848" y="2638"/>
                  </a:lnTo>
                  <a:lnTo>
                    <a:pt x="2853" y="2631"/>
                  </a:lnTo>
                  <a:lnTo>
                    <a:pt x="2853" y="2623"/>
                  </a:lnTo>
                  <a:lnTo>
                    <a:pt x="2850" y="2615"/>
                  </a:lnTo>
                  <a:lnTo>
                    <a:pt x="2676" y="2370"/>
                  </a:lnTo>
                  <a:lnTo>
                    <a:pt x="2665" y="2351"/>
                  </a:lnTo>
                  <a:lnTo>
                    <a:pt x="2659" y="2329"/>
                  </a:lnTo>
                  <a:lnTo>
                    <a:pt x="2659" y="2308"/>
                  </a:lnTo>
                  <a:lnTo>
                    <a:pt x="2663" y="2286"/>
                  </a:lnTo>
                  <a:lnTo>
                    <a:pt x="2672" y="2267"/>
                  </a:lnTo>
                  <a:lnTo>
                    <a:pt x="2711" y="2196"/>
                  </a:lnTo>
                  <a:lnTo>
                    <a:pt x="2743" y="2123"/>
                  </a:lnTo>
                  <a:lnTo>
                    <a:pt x="2772" y="2048"/>
                  </a:lnTo>
                  <a:lnTo>
                    <a:pt x="2794" y="1972"/>
                  </a:lnTo>
                  <a:lnTo>
                    <a:pt x="2803" y="1951"/>
                  </a:lnTo>
                  <a:lnTo>
                    <a:pt x="2814" y="1933"/>
                  </a:lnTo>
                  <a:lnTo>
                    <a:pt x="2830" y="1918"/>
                  </a:lnTo>
                  <a:lnTo>
                    <a:pt x="2849" y="1908"/>
                  </a:lnTo>
                  <a:lnTo>
                    <a:pt x="2870" y="1902"/>
                  </a:lnTo>
                  <a:lnTo>
                    <a:pt x="3166" y="1852"/>
                  </a:lnTo>
                  <a:lnTo>
                    <a:pt x="3174" y="1849"/>
                  </a:lnTo>
                  <a:lnTo>
                    <a:pt x="3180" y="1843"/>
                  </a:lnTo>
                  <a:lnTo>
                    <a:pt x="3182" y="1834"/>
                  </a:lnTo>
                  <a:lnTo>
                    <a:pt x="3183" y="1834"/>
                  </a:lnTo>
                  <a:lnTo>
                    <a:pt x="3183" y="1537"/>
                  </a:lnTo>
                  <a:lnTo>
                    <a:pt x="3181" y="1529"/>
                  </a:lnTo>
                  <a:lnTo>
                    <a:pt x="3175" y="1523"/>
                  </a:lnTo>
                  <a:lnTo>
                    <a:pt x="3167" y="1519"/>
                  </a:lnTo>
                  <a:lnTo>
                    <a:pt x="2871" y="1469"/>
                  </a:lnTo>
                  <a:lnTo>
                    <a:pt x="2850" y="1464"/>
                  </a:lnTo>
                  <a:lnTo>
                    <a:pt x="2831" y="1452"/>
                  </a:lnTo>
                  <a:lnTo>
                    <a:pt x="2815" y="1438"/>
                  </a:lnTo>
                  <a:lnTo>
                    <a:pt x="2803" y="1421"/>
                  </a:lnTo>
                  <a:lnTo>
                    <a:pt x="2796" y="1399"/>
                  </a:lnTo>
                  <a:lnTo>
                    <a:pt x="2773" y="1322"/>
                  </a:lnTo>
                  <a:lnTo>
                    <a:pt x="2744" y="1248"/>
                  </a:lnTo>
                  <a:lnTo>
                    <a:pt x="2712" y="1175"/>
                  </a:lnTo>
                  <a:lnTo>
                    <a:pt x="2673" y="1104"/>
                  </a:lnTo>
                  <a:lnTo>
                    <a:pt x="2663" y="1085"/>
                  </a:lnTo>
                  <a:lnTo>
                    <a:pt x="2659" y="1063"/>
                  </a:lnTo>
                  <a:lnTo>
                    <a:pt x="2660" y="1042"/>
                  </a:lnTo>
                  <a:lnTo>
                    <a:pt x="2666" y="1020"/>
                  </a:lnTo>
                  <a:lnTo>
                    <a:pt x="2677" y="1001"/>
                  </a:lnTo>
                  <a:lnTo>
                    <a:pt x="2851" y="757"/>
                  </a:lnTo>
                  <a:lnTo>
                    <a:pt x="2854" y="749"/>
                  </a:lnTo>
                  <a:lnTo>
                    <a:pt x="2853" y="740"/>
                  </a:lnTo>
                  <a:lnTo>
                    <a:pt x="2849" y="732"/>
                  </a:lnTo>
                  <a:lnTo>
                    <a:pt x="2639" y="522"/>
                  </a:lnTo>
                  <a:lnTo>
                    <a:pt x="2635" y="520"/>
                  </a:lnTo>
                  <a:lnTo>
                    <a:pt x="2632" y="518"/>
                  </a:lnTo>
                  <a:lnTo>
                    <a:pt x="2629" y="517"/>
                  </a:lnTo>
                  <a:lnTo>
                    <a:pt x="2626" y="517"/>
                  </a:lnTo>
                  <a:lnTo>
                    <a:pt x="2622" y="517"/>
                  </a:lnTo>
                  <a:lnTo>
                    <a:pt x="2618" y="519"/>
                  </a:lnTo>
                  <a:lnTo>
                    <a:pt x="2615" y="520"/>
                  </a:lnTo>
                  <a:lnTo>
                    <a:pt x="2372" y="695"/>
                  </a:lnTo>
                  <a:lnTo>
                    <a:pt x="2352" y="706"/>
                  </a:lnTo>
                  <a:lnTo>
                    <a:pt x="2332" y="712"/>
                  </a:lnTo>
                  <a:lnTo>
                    <a:pt x="2310" y="713"/>
                  </a:lnTo>
                  <a:lnTo>
                    <a:pt x="2289" y="709"/>
                  </a:lnTo>
                  <a:lnTo>
                    <a:pt x="2268" y="700"/>
                  </a:lnTo>
                  <a:lnTo>
                    <a:pt x="2196" y="661"/>
                  </a:lnTo>
                  <a:lnTo>
                    <a:pt x="2122" y="627"/>
                  </a:lnTo>
                  <a:lnTo>
                    <a:pt x="2045" y="598"/>
                  </a:lnTo>
                  <a:lnTo>
                    <a:pt x="1966" y="576"/>
                  </a:lnTo>
                  <a:lnTo>
                    <a:pt x="1946" y="567"/>
                  </a:lnTo>
                  <a:lnTo>
                    <a:pt x="1928" y="555"/>
                  </a:lnTo>
                  <a:lnTo>
                    <a:pt x="1913" y="540"/>
                  </a:lnTo>
                  <a:lnTo>
                    <a:pt x="1903" y="520"/>
                  </a:lnTo>
                  <a:lnTo>
                    <a:pt x="1896" y="499"/>
                  </a:lnTo>
                  <a:lnTo>
                    <a:pt x="1847" y="205"/>
                  </a:lnTo>
                  <a:lnTo>
                    <a:pt x="1843" y="198"/>
                  </a:lnTo>
                  <a:lnTo>
                    <a:pt x="1837" y="192"/>
                  </a:lnTo>
                  <a:lnTo>
                    <a:pt x="1829" y="189"/>
                  </a:lnTo>
                  <a:lnTo>
                    <a:pt x="1532" y="189"/>
                  </a:lnTo>
                  <a:close/>
                  <a:moveTo>
                    <a:pt x="1531" y="0"/>
                  </a:moveTo>
                  <a:lnTo>
                    <a:pt x="1827" y="0"/>
                  </a:lnTo>
                  <a:lnTo>
                    <a:pt x="1861" y="3"/>
                  </a:lnTo>
                  <a:lnTo>
                    <a:pt x="1892" y="10"/>
                  </a:lnTo>
                  <a:lnTo>
                    <a:pt x="1922" y="24"/>
                  </a:lnTo>
                  <a:lnTo>
                    <a:pt x="1950" y="40"/>
                  </a:lnTo>
                  <a:lnTo>
                    <a:pt x="1973" y="60"/>
                  </a:lnTo>
                  <a:lnTo>
                    <a:pt x="1995" y="84"/>
                  </a:lnTo>
                  <a:lnTo>
                    <a:pt x="2012" y="112"/>
                  </a:lnTo>
                  <a:lnTo>
                    <a:pt x="2024" y="141"/>
                  </a:lnTo>
                  <a:lnTo>
                    <a:pt x="2033" y="174"/>
                  </a:lnTo>
                  <a:lnTo>
                    <a:pt x="2073" y="408"/>
                  </a:lnTo>
                  <a:lnTo>
                    <a:pt x="2153" y="435"/>
                  </a:lnTo>
                  <a:lnTo>
                    <a:pt x="2233" y="468"/>
                  </a:lnTo>
                  <a:lnTo>
                    <a:pt x="2310" y="506"/>
                  </a:lnTo>
                  <a:lnTo>
                    <a:pt x="2506" y="367"/>
                  </a:lnTo>
                  <a:lnTo>
                    <a:pt x="2533" y="349"/>
                  </a:lnTo>
                  <a:lnTo>
                    <a:pt x="2563" y="338"/>
                  </a:lnTo>
                  <a:lnTo>
                    <a:pt x="2594" y="330"/>
                  </a:lnTo>
                  <a:lnTo>
                    <a:pt x="2627" y="328"/>
                  </a:lnTo>
                  <a:lnTo>
                    <a:pt x="2659" y="331"/>
                  </a:lnTo>
                  <a:lnTo>
                    <a:pt x="2691" y="338"/>
                  </a:lnTo>
                  <a:lnTo>
                    <a:pt x="2721" y="350"/>
                  </a:lnTo>
                  <a:lnTo>
                    <a:pt x="2748" y="368"/>
                  </a:lnTo>
                  <a:lnTo>
                    <a:pt x="2773" y="389"/>
                  </a:lnTo>
                  <a:lnTo>
                    <a:pt x="2983" y="599"/>
                  </a:lnTo>
                  <a:lnTo>
                    <a:pt x="3005" y="624"/>
                  </a:lnTo>
                  <a:lnTo>
                    <a:pt x="3022" y="652"/>
                  </a:lnTo>
                  <a:lnTo>
                    <a:pt x="3034" y="682"/>
                  </a:lnTo>
                  <a:lnTo>
                    <a:pt x="3042" y="713"/>
                  </a:lnTo>
                  <a:lnTo>
                    <a:pt x="3044" y="745"/>
                  </a:lnTo>
                  <a:lnTo>
                    <a:pt x="3042" y="776"/>
                  </a:lnTo>
                  <a:lnTo>
                    <a:pt x="3035" y="808"/>
                  </a:lnTo>
                  <a:lnTo>
                    <a:pt x="3023" y="839"/>
                  </a:lnTo>
                  <a:lnTo>
                    <a:pt x="3005" y="868"/>
                  </a:lnTo>
                  <a:lnTo>
                    <a:pt x="2866" y="1062"/>
                  </a:lnTo>
                  <a:lnTo>
                    <a:pt x="2903" y="1137"/>
                  </a:lnTo>
                  <a:lnTo>
                    <a:pt x="2935" y="1213"/>
                  </a:lnTo>
                  <a:lnTo>
                    <a:pt x="2961" y="1292"/>
                  </a:lnTo>
                  <a:lnTo>
                    <a:pt x="3198" y="1332"/>
                  </a:lnTo>
                  <a:lnTo>
                    <a:pt x="3231" y="1340"/>
                  </a:lnTo>
                  <a:lnTo>
                    <a:pt x="3260" y="1353"/>
                  </a:lnTo>
                  <a:lnTo>
                    <a:pt x="3288" y="1370"/>
                  </a:lnTo>
                  <a:lnTo>
                    <a:pt x="3312" y="1391"/>
                  </a:lnTo>
                  <a:lnTo>
                    <a:pt x="3332" y="1416"/>
                  </a:lnTo>
                  <a:lnTo>
                    <a:pt x="3348" y="1442"/>
                  </a:lnTo>
                  <a:lnTo>
                    <a:pt x="3361" y="1473"/>
                  </a:lnTo>
                  <a:lnTo>
                    <a:pt x="3368" y="1505"/>
                  </a:lnTo>
                  <a:lnTo>
                    <a:pt x="3370" y="1537"/>
                  </a:lnTo>
                  <a:lnTo>
                    <a:pt x="3370" y="1834"/>
                  </a:lnTo>
                  <a:lnTo>
                    <a:pt x="3368" y="1867"/>
                  </a:lnTo>
                  <a:lnTo>
                    <a:pt x="3360" y="1899"/>
                  </a:lnTo>
                  <a:lnTo>
                    <a:pt x="3347" y="1929"/>
                  </a:lnTo>
                  <a:lnTo>
                    <a:pt x="3331" y="1956"/>
                  </a:lnTo>
                  <a:lnTo>
                    <a:pt x="3311" y="1981"/>
                  </a:lnTo>
                  <a:lnTo>
                    <a:pt x="3286" y="2001"/>
                  </a:lnTo>
                  <a:lnTo>
                    <a:pt x="3259" y="2019"/>
                  </a:lnTo>
                  <a:lnTo>
                    <a:pt x="3229" y="2031"/>
                  </a:lnTo>
                  <a:lnTo>
                    <a:pt x="3197" y="2039"/>
                  </a:lnTo>
                  <a:lnTo>
                    <a:pt x="2960" y="2079"/>
                  </a:lnTo>
                  <a:lnTo>
                    <a:pt x="2934" y="2157"/>
                  </a:lnTo>
                  <a:lnTo>
                    <a:pt x="2901" y="2234"/>
                  </a:lnTo>
                  <a:lnTo>
                    <a:pt x="2865" y="2309"/>
                  </a:lnTo>
                  <a:lnTo>
                    <a:pt x="3004" y="2504"/>
                  </a:lnTo>
                  <a:lnTo>
                    <a:pt x="3022" y="2533"/>
                  </a:lnTo>
                  <a:lnTo>
                    <a:pt x="3033" y="2564"/>
                  </a:lnTo>
                  <a:lnTo>
                    <a:pt x="3040" y="2594"/>
                  </a:lnTo>
                  <a:lnTo>
                    <a:pt x="3043" y="2627"/>
                  </a:lnTo>
                  <a:lnTo>
                    <a:pt x="3040" y="2659"/>
                  </a:lnTo>
                  <a:lnTo>
                    <a:pt x="3033" y="2690"/>
                  </a:lnTo>
                  <a:lnTo>
                    <a:pt x="3021" y="2719"/>
                  </a:lnTo>
                  <a:lnTo>
                    <a:pt x="3003" y="2747"/>
                  </a:lnTo>
                  <a:lnTo>
                    <a:pt x="2982" y="2773"/>
                  </a:lnTo>
                  <a:lnTo>
                    <a:pt x="2772" y="2983"/>
                  </a:lnTo>
                  <a:lnTo>
                    <a:pt x="2746" y="3004"/>
                  </a:lnTo>
                  <a:lnTo>
                    <a:pt x="2719" y="3022"/>
                  </a:lnTo>
                  <a:lnTo>
                    <a:pt x="2689" y="3034"/>
                  </a:lnTo>
                  <a:lnTo>
                    <a:pt x="2657" y="3041"/>
                  </a:lnTo>
                  <a:lnTo>
                    <a:pt x="2625" y="3044"/>
                  </a:lnTo>
                  <a:lnTo>
                    <a:pt x="2593" y="3041"/>
                  </a:lnTo>
                  <a:lnTo>
                    <a:pt x="2561" y="3034"/>
                  </a:lnTo>
                  <a:lnTo>
                    <a:pt x="2531" y="3022"/>
                  </a:lnTo>
                  <a:lnTo>
                    <a:pt x="2504" y="3005"/>
                  </a:lnTo>
                  <a:lnTo>
                    <a:pt x="2309" y="2866"/>
                  </a:lnTo>
                  <a:lnTo>
                    <a:pt x="2234" y="2902"/>
                  </a:lnTo>
                  <a:lnTo>
                    <a:pt x="2158" y="2933"/>
                  </a:lnTo>
                  <a:lnTo>
                    <a:pt x="2079" y="2961"/>
                  </a:lnTo>
                  <a:lnTo>
                    <a:pt x="2039" y="3198"/>
                  </a:lnTo>
                  <a:lnTo>
                    <a:pt x="2031" y="3229"/>
                  </a:lnTo>
                  <a:lnTo>
                    <a:pt x="2018" y="3260"/>
                  </a:lnTo>
                  <a:lnTo>
                    <a:pt x="2001" y="3287"/>
                  </a:lnTo>
                  <a:lnTo>
                    <a:pt x="1980" y="3311"/>
                  </a:lnTo>
                  <a:lnTo>
                    <a:pt x="1956" y="3332"/>
                  </a:lnTo>
                  <a:lnTo>
                    <a:pt x="1928" y="3348"/>
                  </a:lnTo>
                  <a:lnTo>
                    <a:pt x="1898" y="3361"/>
                  </a:lnTo>
                  <a:lnTo>
                    <a:pt x="1867" y="3369"/>
                  </a:lnTo>
                  <a:lnTo>
                    <a:pt x="1834" y="3371"/>
                  </a:lnTo>
                  <a:lnTo>
                    <a:pt x="1536" y="3371"/>
                  </a:lnTo>
                  <a:lnTo>
                    <a:pt x="1503" y="3369"/>
                  </a:lnTo>
                  <a:lnTo>
                    <a:pt x="1471" y="3361"/>
                  </a:lnTo>
                  <a:lnTo>
                    <a:pt x="1442" y="3348"/>
                  </a:lnTo>
                  <a:lnTo>
                    <a:pt x="1414" y="3332"/>
                  </a:lnTo>
                  <a:lnTo>
                    <a:pt x="1390" y="3311"/>
                  </a:lnTo>
                  <a:lnTo>
                    <a:pt x="1369" y="3287"/>
                  </a:lnTo>
                  <a:lnTo>
                    <a:pt x="1352" y="3260"/>
                  </a:lnTo>
                  <a:lnTo>
                    <a:pt x="1339" y="3229"/>
                  </a:lnTo>
                  <a:lnTo>
                    <a:pt x="1331" y="3198"/>
                  </a:lnTo>
                  <a:lnTo>
                    <a:pt x="1291" y="2961"/>
                  </a:lnTo>
                  <a:lnTo>
                    <a:pt x="1215" y="2934"/>
                  </a:lnTo>
                  <a:lnTo>
                    <a:pt x="1141" y="2904"/>
                  </a:lnTo>
                  <a:lnTo>
                    <a:pt x="1069" y="2869"/>
                  </a:lnTo>
                  <a:lnTo>
                    <a:pt x="871" y="3010"/>
                  </a:lnTo>
                  <a:lnTo>
                    <a:pt x="844" y="3027"/>
                  </a:lnTo>
                  <a:lnTo>
                    <a:pt x="814" y="3039"/>
                  </a:lnTo>
                  <a:lnTo>
                    <a:pt x="783" y="3046"/>
                  </a:lnTo>
                  <a:lnTo>
                    <a:pt x="751" y="3049"/>
                  </a:lnTo>
                  <a:lnTo>
                    <a:pt x="718" y="3046"/>
                  </a:lnTo>
                  <a:lnTo>
                    <a:pt x="686" y="3039"/>
                  </a:lnTo>
                  <a:lnTo>
                    <a:pt x="656" y="3026"/>
                  </a:lnTo>
                  <a:lnTo>
                    <a:pt x="629" y="3009"/>
                  </a:lnTo>
                  <a:lnTo>
                    <a:pt x="603" y="2988"/>
                  </a:lnTo>
                  <a:lnTo>
                    <a:pt x="394" y="2778"/>
                  </a:lnTo>
                  <a:lnTo>
                    <a:pt x="372" y="2752"/>
                  </a:lnTo>
                  <a:lnTo>
                    <a:pt x="355" y="2724"/>
                  </a:lnTo>
                  <a:lnTo>
                    <a:pt x="343" y="2695"/>
                  </a:lnTo>
                  <a:lnTo>
                    <a:pt x="335" y="2663"/>
                  </a:lnTo>
                  <a:lnTo>
                    <a:pt x="333" y="2631"/>
                  </a:lnTo>
                  <a:lnTo>
                    <a:pt x="335" y="2600"/>
                  </a:lnTo>
                  <a:lnTo>
                    <a:pt x="342" y="2569"/>
                  </a:lnTo>
                  <a:lnTo>
                    <a:pt x="354" y="2538"/>
                  </a:lnTo>
                  <a:lnTo>
                    <a:pt x="372" y="2509"/>
                  </a:lnTo>
                  <a:lnTo>
                    <a:pt x="510" y="2317"/>
                  </a:lnTo>
                  <a:lnTo>
                    <a:pt x="473" y="2242"/>
                  </a:lnTo>
                  <a:lnTo>
                    <a:pt x="440" y="2165"/>
                  </a:lnTo>
                  <a:lnTo>
                    <a:pt x="414" y="2087"/>
                  </a:lnTo>
                  <a:lnTo>
                    <a:pt x="174" y="2046"/>
                  </a:lnTo>
                  <a:lnTo>
                    <a:pt x="141" y="2038"/>
                  </a:lnTo>
                  <a:lnTo>
                    <a:pt x="112" y="2026"/>
                  </a:lnTo>
                  <a:lnTo>
                    <a:pt x="84" y="2009"/>
                  </a:lnTo>
                  <a:lnTo>
                    <a:pt x="60" y="1988"/>
                  </a:lnTo>
                  <a:lnTo>
                    <a:pt x="40" y="1963"/>
                  </a:lnTo>
                  <a:lnTo>
                    <a:pt x="23" y="1936"/>
                  </a:lnTo>
                  <a:lnTo>
                    <a:pt x="10" y="1906"/>
                  </a:lnTo>
                  <a:lnTo>
                    <a:pt x="3" y="1874"/>
                  </a:lnTo>
                  <a:lnTo>
                    <a:pt x="0" y="1841"/>
                  </a:lnTo>
                  <a:lnTo>
                    <a:pt x="0" y="1545"/>
                  </a:lnTo>
                  <a:lnTo>
                    <a:pt x="3" y="1511"/>
                  </a:lnTo>
                  <a:lnTo>
                    <a:pt x="10" y="1479"/>
                  </a:lnTo>
                  <a:lnTo>
                    <a:pt x="23" y="1449"/>
                  </a:lnTo>
                  <a:lnTo>
                    <a:pt x="40" y="1423"/>
                  </a:lnTo>
                  <a:lnTo>
                    <a:pt x="60" y="1398"/>
                  </a:lnTo>
                  <a:lnTo>
                    <a:pt x="84" y="1378"/>
                  </a:lnTo>
                  <a:lnTo>
                    <a:pt x="112" y="1360"/>
                  </a:lnTo>
                  <a:lnTo>
                    <a:pt x="141" y="1347"/>
                  </a:lnTo>
                  <a:lnTo>
                    <a:pt x="174" y="1339"/>
                  </a:lnTo>
                  <a:lnTo>
                    <a:pt x="408" y="1300"/>
                  </a:lnTo>
                  <a:lnTo>
                    <a:pt x="434" y="1221"/>
                  </a:lnTo>
                  <a:lnTo>
                    <a:pt x="465" y="1144"/>
                  </a:lnTo>
                  <a:lnTo>
                    <a:pt x="502" y="1069"/>
                  </a:lnTo>
                  <a:lnTo>
                    <a:pt x="360" y="872"/>
                  </a:lnTo>
                  <a:lnTo>
                    <a:pt x="344" y="843"/>
                  </a:lnTo>
                  <a:lnTo>
                    <a:pt x="332" y="812"/>
                  </a:lnTo>
                  <a:lnTo>
                    <a:pt x="325" y="780"/>
                  </a:lnTo>
                  <a:lnTo>
                    <a:pt x="323" y="749"/>
                  </a:lnTo>
                  <a:lnTo>
                    <a:pt x="325" y="717"/>
                  </a:lnTo>
                  <a:lnTo>
                    <a:pt x="333" y="686"/>
                  </a:lnTo>
                  <a:lnTo>
                    <a:pt x="345" y="657"/>
                  </a:lnTo>
                  <a:lnTo>
                    <a:pt x="361" y="629"/>
                  </a:lnTo>
                  <a:lnTo>
                    <a:pt x="383" y="603"/>
                  </a:lnTo>
                  <a:lnTo>
                    <a:pt x="594" y="393"/>
                  </a:lnTo>
                  <a:lnTo>
                    <a:pt x="618" y="372"/>
                  </a:lnTo>
                  <a:lnTo>
                    <a:pt x="646" y="354"/>
                  </a:lnTo>
                  <a:lnTo>
                    <a:pt x="676" y="342"/>
                  </a:lnTo>
                  <a:lnTo>
                    <a:pt x="708" y="335"/>
                  </a:lnTo>
                  <a:lnTo>
                    <a:pt x="741" y="332"/>
                  </a:lnTo>
                  <a:lnTo>
                    <a:pt x="773" y="335"/>
                  </a:lnTo>
                  <a:lnTo>
                    <a:pt x="805" y="342"/>
                  </a:lnTo>
                  <a:lnTo>
                    <a:pt x="835" y="354"/>
                  </a:lnTo>
                  <a:lnTo>
                    <a:pt x="862" y="371"/>
                  </a:lnTo>
                  <a:lnTo>
                    <a:pt x="1056" y="510"/>
                  </a:lnTo>
                  <a:lnTo>
                    <a:pt x="1129" y="473"/>
                  </a:lnTo>
                  <a:lnTo>
                    <a:pt x="1206" y="440"/>
                  </a:lnTo>
                  <a:lnTo>
                    <a:pt x="1284" y="414"/>
                  </a:lnTo>
                  <a:lnTo>
                    <a:pt x="1325" y="174"/>
                  </a:lnTo>
                  <a:lnTo>
                    <a:pt x="1333" y="141"/>
                  </a:lnTo>
                  <a:lnTo>
                    <a:pt x="1347" y="112"/>
                  </a:lnTo>
                  <a:lnTo>
                    <a:pt x="1363" y="84"/>
                  </a:lnTo>
                  <a:lnTo>
                    <a:pt x="1384" y="60"/>
                  </a:lnTo>
                  <a:lnTo>
                    <a:pt x="1409" y="40"/>
                  </a:lnTo>
                  <a:lnTo>
                    <a:pt x="1436" y="24"/>
                  </a:lnTo>
                  <a:lnTo>
                    <a:pt x="1465" y="10"/>
                  </a:lnTo>
                  <a:lnTo>
                    <a:pt x="1497" y="3"/>
                  </a:lnTo>
                  <a:lnTo>
                    <a:pt x="15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auto">
            <a:xfrm>
              <a:off x="11149013" y="2078038"/>
              <a:ext cx="230187" cy="230188"/>
            </a:xfrm>
            <a:custGeom>
              <a:avLst/>
              <a:gdLst>
                <a:gd name="T0" fmla="*/ 613 w 1455"/>
                <a:gd name="T1" fmla="*/ 202 h 1455"/>
                <a:gd name="T2" fmla="*/ 457 w 1455"/>
                <a:gd name="T3" fmla="*/ 264 h 1455"/>
                <a:gd name="T4" fmla="*/ 329 w 1455"/>
                <a:gd name="T5" fmla="*/ 367 h 1455"/>
                <a:gd name="T6" fmla="*/ 238 w 1455"/>
                <a:gd name="T7" fmla="*/ 506 h 1455"/>
                <a:gd name="T8" fmla="*/ 194 w 1455"/>
                <a:gd name="T9" fmla="*/ 668 h 1455"/>
                <a:gd name="T10" fmla="*/ 203 w 1455"/>
                <a:gd name="T11" fmla="*/ 843 h 1455"/>
                <a:gd name="T12" fmla="*/ 264 w 1455"/>
                <a:gd name="T13" fmla="*/ 998 h 1455"/>
                <a:gd name="T14" fmla="*/ 368 w 1455"/>
                <a:gd name="T15" fmla="*/ 1126 h 1455"/>
                <a:gd name="T16" fmla="*/ 506 w 1455"/>
                <a:gd name="T17" fmla="*/ 1216 h 1455"/>
                <a:gd name="T18" fmla="*/ 669 w 1455"/>
                <a:gd name="T19" fmla="*/ 1262 h 1455"/>
                <a:gd name="T20" fmla="*/ 843 w 1455"/>
                <a:gd name="T21" fmla="*/ 1252 h 1455"/>
                <a:gd name="T22" fmla="*/ 999 w 1455"/>
                <a:gd name="T23" fmla="*/ 1191 h 1455"/>
                <a:gd name="T24" fmla="*/ 1126 w 1455"/>
                <a:gd name="T25" fmla="*/ 1087 h 1455"/>
                <a:gd name="T26" fmla="*/ 1217 w 1455"/>
                <a:gd name="T27" fmla="*/ 949 h 1455"/>
                <a:gd name="T28" fmla="*/ 1262 w 1455"/>
                <a:gd name="T29" fmla="*/ 786 h 1455"/>
                <a:gd name="T30" fmla="*/ 1253 w 1455"/>
                <a:gd name="T31" fmla="*/ 612 h 1455"/>
                <a:gd name="T32" fmla="*/ 1191 w 1455"/>
                <a:gd name="T33" fmla="*/ 456 h 1455"/>
                <a:gd name="T34" fmla="*/ 1088 w 1455"/>
                <a:gd name="T35" fmla="*/ 328 h 1455"/>
                <a:gd name="T36" fmla="*/ 950 w 1455"/>
                <a:gd name="T37" fmla="*/ 238 h 1455"/>
                <a:gd name="T38" fmla="*/ 786 w 1455"/>
                <a:gd name="T39" fmla="*/ 193 h 1455"/>
                <a:gd name="T40" fmla="*/ 794 w 1455"/>
                <a:gd name="T41" fmla="*/ 3 h 1455"/>
                <a:gd name="T42" fmla="*/ 981 w 1455"/>
                <a:gd name="T43" fmla="*/ 46 h 1455"/>
                <a:gd name="T44" fmla="*/ 1147 w 1455"/>
                <a:gd name="T45" fmla="*/ 133 h 1455"/>
                <a:gd name="T46" fmla="*/ 1284 w 1455"/>
                <a:gd name="T47" fmla="*/ 259 h 1455"/>
                <a:gd name="T48" fmla="*/ 1385 w 1455"/>
                <a:gd name="T49" fmla="*/ 416 h 1455"/>
                <a:gd name="T50" fmla="*/ 1443 w 1455"/>
                <a:gd name="T51" fmla="*/ 597 h 1455"/>
                <a:gd name="T52" fmla="*/ 1451 w 1455"/>
                <a:gd name="T53" fmla="*/ 793 h 1455"/>
                <a:gd name="T54" fmla="*/ 1409 w 1455"/>
                <a:gd name="T55" fmla="*/ 981 h 1455"/>
                <a:gd name="T56" fmla="*/ 1321 w 1455"/>
                <a:gd name="T57" fmla="*/ 1147 h 1455"/>
                <a:gd name="T58" fmla="*/ 1196 w 1455"/>
                <a:gd name="T59" fmla="*/ 1284 h 1455"/>
                <a:gd name="T60" fmla="*/ 1039 w 1455"/>
                <a:gd name="T61" fmla="*/ 1384 h 1455"/>
                <a:gd name="T62" fmla="*/ 859 w 1455"/>
                <a:gd name="T63" fmla="*/ 1443 h 1455"/>
                <a:gd name="T64" fmla="*/ 662 w 1455"/>
                <a:gd name="T65" fmla="*/ 1452 h 1455"/>
                <a:gd name="T66" fmla="*/ 475 w 1455"/>
                <a:gd name="T67" fmla="*/ 1409 h 1455"/>
                <a:gd name="T68" fmla="*/ 309 w 1455"/>
                <a:gd name="T69" fmla="*/ 1322 h 1455"/>
                <a:gd name="T70" fmla="*/ 171 w 1455"/>
                <a:gd name="T71" fmla="*/ 1196 h 1455"/>
                <a:gd name="T72" fmla="*/ 70 w 1455"/>
                <a:gd name="T73" fmla="*/ 1039 h 1455"/>
                <a:gd name="T74" fmla="*/ 12 w 1455"/>
                <a:gd name="T75" fmla="*/ 858 h 1455"/>
                <a:gd name="T76" fmla="*/ 4 w 1455"/>
                <a:gd name="T77" fmla="*/ 661 h 1455"/>
                <a:gd name="T78" fmla="*/ 46 w 1455"/>
                <a:gd name="T79" fmla="*/ 474 h 1455"/>
                <a:gd name="T80" fmla="*/ 134 w 1455"/>
                <a:gd name="T81" fmla="*/ 308 h 1455"/>
                <a:gd name="T82" fmla="*/ 260 w 1455"/>
                <a:gd name="T83" fmla="*/ 171 h 1455"/>
                <a:gd name="T84" fmla="*/ 416 w 1455"/>
                <a:gd name="T85" fmla="*/ 70 h 1455"/>
                <a:gd name="T86" fmla="*/ 597 w 1455"/>
                <a:gd name="T87" fmla="*/ 12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55" h="1455">
                  <a:moveTo>
                    <a:pt x="727" y="190"/>
                  </a:moveTo>
                  <a:lnTo>
                    <a:pt x="669" y="193"/>
                  </a:lnTo>
                  <a:lnTo>
                    <a:pt x="613" y="202"/>
                  </a:lnTo>
                  <a:lnTo>
                    <a:pt x="558" y="218"/>
                  </a:lnTo>
                  <a:lnTo>
                    <a:pt x="506" y="238"/>
                  </a:lnTo>
                  <a:lnTo>
                    <a:pt x="457" y="264"/>
                  </a:lnTo>
                  <a:lnTo>
                    <a:pt x="410" y="294"/>
                  </a:lnTo>
                  <a:lnTo>
                    <a:pt x="368" y="328"/>
                  </a:lnTo>
                  <a:lnTo>
                    <a:pt x="329" y="367"/>
                  </a:lnTo>
                  <a:lnTo>
                    <a:pt x="294" y="410"/>
                  </a:lnTo>
                  <a:lnTo>
                    <a:pt x="264" y="456"/>
                  </a:lnTo>
                  <a:lnTo>
                    <a:pt x="238" y="506"/>
                  </a:lnTo>
                  <a:lnTo>
                    <a:pt x="218" y="558"/>
                  </a:lnTo>
                  <a:lnTo>
                    <a:pt x="203" y="612"/>
                  </a:lnTo>
                  <a:lnTo>
                    <a:pt x="194" y="668"/>
                  </a:lnTo>
                  <a:lnTo>
                    <a:pt x="191" y="728"/>
                  </a:lnTo>
                  <a:lnTo>
                    <a:pt x="194" y="786"/>
                  </a:lnTo>
                  <a:lnTo>
                    <a:pt x="203" y="843"/>
                  </a:lnTo>
                  <a:lnTo>
                    <a:pt x="218" y="897"/>
                  </a:lnTo>
                  <a:lnTo>
                    <a:pt x="238" y="949"/>
                  </a:lnTo>
                  <a:lnTo>
                    <a:pt x="264" y="998"/>
                  </a:lnTo>
                  <a:lnTo>
                    <a:pt x="294" y="1044"/>
                  </a:lnTo>
                  <a:lnTo>
                    <a:pt x="329" y="1087"/>
                  </a:lnTo>
                  <a:lnTo>
                    <a:pt x="368" y="1126"/>
                  </a:lnTo>
                  <a:lnTo>
                    <a:pt x="410" y="1161"/>
                  </a:lnTo>
                  <a:lnTo>
                    <a:pt x="457" y="1191"/>
                  </a:lnTo>
                  <a:lnTo>
                    <a:pt x="506" y="1216"/>
                  </a:lnTo>
                  <a:lnTo>
                    <a:pt x="558" y="1237"/>
                  </a:lnTo>
                  <a:lnTo>
                    <a:pt x="613" y="1252"/>
                  </a:lnTo>
                  <a:lnTo>
                    <a:pt x="669" y="1262"/>
                  </a:lnTo>
                  <a:lnTo>
                    <a:pt x="727" y="1265"/>
                  </a:lnTo>
                  <a:lnTo>
                    <a:pt x="786" y="1262"/>
                  </a:lnTo>
                  <a:lnTo>
                    <a:pt x="843" y="1252"/>
                  </a:lnTo>
                  <a:lnTo>
                    <a:pt x="897" y="1237"/>
                  </a:lnTo>
                  <a:lnTo>
                    <a:pt x="950" y="1216"/>
                  </a:lnTo>
                  <a:lnTo>
                    <a:pt x="999" y="1191"/>
                  </a:lnTo>
                  <a:lnTo>
                    <a:pt x="1045" y="1161"/>
                  </a:lnTo>
                  <a:lnTo>
                    <a:pt x="1088" y="1126"/>
                  </a:lnTo>
                  <a:lnTo>
                    <a:pt x="1126" y="1087"/>
                  </a:lnTo>
                  <a:lnTo>
                    <a:pt x="1161" y="1044"/>
                  </a:lnTo>
                  <a:lnTo>
                    <a:pt x="1191" y="998"/>
                  </a:lnTo>
                  <a:lnTo>
                    <a:pt x="1217" y="949"/>
                  </a:lnTo>
                  <a:lnTo>
                    <a:pt x="1237" y="897"/>
                  </a:lnTo>
                  <a:lnTo>
                    <a:pt x="1253" y="843"/>
                  </a:lnTo>
                  <a:lnTo>
                    <a:pt x="1262" y="786"/>
                  </a:lnTo>
                  <a:lnTo>
                    <a:pt x="1265" y="728"/>
                  </a:lnTo>
                  <a:lnTo>
                    <a:pt x="1262" y="668"/>
                  </a:lnTo>
                  <a:lnTo>
                    <a:pt x="1253" y="612"/>
                  </a:lnTo>
                  <a:lnTo>
                    <a:pt x="1237" y="558"/>
                  </a:lnTo>
                  <a:lnTo>
                    <a:pt x="1217" y="506"/>
                  </a:lnTo>
                  <a:lnTo>
                    <a:pt x="1191" y="456"/>
                  </a:lnTo>
                  <a:lnTo>
                    <a:pt x="1161" y="410"/>
                  </a:lnTo>
                  <a:lnTo>
                    <a:pt x="1126" y="367"/>
                  </a:lnTo>
                  <a:lnTo>
                    <a:pt x="1088" y="328"/>
                  </a:lnTo>
                  <a:lnTo>
                    <a:pt x="1045" y="294"/>
                  </a:lnTo>
                  <a:lnTo>
                    <a:pt x="999" y="264"/>
                  </a:lnTo>
                  <a:lnTo>
                    <a:pt x="950" y="238"/>
                  </a:lnTo>
                  <a:lnTo>
                    <a:pt x="897" y="218"/>
                  </a:lnTo>
                  <a:lnTo>
                    <a:pt x="843" y="202"/>
                  </a:lnTo>
                  <a:lnTo>
                    <a:pt x="786" y="193"/>
                  </a:lnTo>
                  <a:lnTo>
                    <a:pt x="727" y="190"/>
                  </a:lnTo>
                  <a:close/>
                  <a:moveTo>
                    <a:pt x="727" y="0"/>
                  </a:moveTo>
                  <a:lnTo>
                    <a:pt x="794" y="3"/>
                  </a:lnTo>
                  <a:lnTo>
                    <a:pt x="859" y="12"/>
                  </a:lnTo>
                  <a:lnTo>
                    <a:pt x="921" y="26"/>
                  </a:lnTo>
                  <a:lnTo>
                    <a:pt x="981" y="46"/>
                  </a:lnTo>
                  <a:lnTo>
                    <a:pt x="1039" y="70"/>
                  </a:lnTo>
                  <a:lnTo>
                    <a:pt x="1094" y="99"/>
                  </a:lnTo>
                  <a:lnTo>
                    <a:pt x="1147" y="133"/>
                  </a:lnTo>
                  <a:lnTo>
                    <a:pt x="1196" y="171"/>
                  </a:lnTo>
                  <a:lnTo>
                    <a:pt x="1242" y="213"/>
                  </a:lnTo>
                  <a:lnTo>
                    <a:pt x="1284" y="259"/>
                  </a:lnTo>
                  <a:lnTo>
                    <a:pt x="1321" y="308"/>
                  </a:lnTo>
                  <a:lnTo>
                    <a:pt x="1355" y="360"/>
                  </a:lnTo>
                  <a:lnTo>
                    <a:pt x="1385" y="416"/>
                  </a:lnTo>
                  <a:lnTo>
                    <a:pt x="1409" y="474"/>
                  </a:lnTo>
                  <a:lnTo>
                    <a:pt x="1429" y="534"/>
                  </a:lnTo>
                  <a:lnTo>
                    <a:pt x="1443" y="597"/>
                  </a:lnTo>
                  <a:lnTo>
                    <a:pt x="1451" y="661"/>
                  </a:lnTo>
                  <a:lnTo>
                    <a:pt x="1455" y="728"/>
                  </a:lnTo>
                  <a:lnTo>
                    <a:pt x="1451" y="793"/>
                  </a:lnTo>
                  <a:lnTo>
                    <a:pt x="1443" y="858"/>
                  </a:lnTo>
                  <a:lnTo>
                    <a:pt x="1429" y="920"/>
                  </a:lnTo>
                  <a:lnTo>
                    <a:pt x="1409" y="981"/>
                  </a:lnTo>
                  <a:lnTo>
                    <a:pt x="1385" y="1039"/>
                  </a:lnTo>
                  <a:lnTo>
                    <a:pt x="1355" y="1095"/>
                  </a:lnTo>
                  <a:lnTo>
                    <a:pt x="1321" y="1147"/>
                  </a:lnTo>
                  <a:lnTo>
                    <a:pt x="1284" y="1196"/>
                  </a:lnTo>
                  <a:lnTo>
                    <a:pt x="1242" y="1242"/>
                  </a:lnTo>
                  <a:lnTo>
                    <a:pt x="1196" y="1284"/>
                  </a:lnTo>
                  <a:lnTo>
                    <a:pt x="1147" y="1322"/>
                  </a:lnTo>
                  <a:lnTo>
                    <a:pt x="1094" y="1356"/>
                  </a:lnTo>
                  <a:lnTo>
                    <a:pt x="1039" y="1384"/>
                  </a:lnTo>
                  <a:lnTo>
                    <a:pt x="981" y="1409"/>
                  </a:lnTo>
                  <a:lnTo>
                    <a:pt x="921" y="1428"/>
                  </a:lnTo>
                  <a:lnTo>
                    <a:pt x="859" y="1443"/>
                  </a:lnTo>
                  <a:lnTo>
                    <a:pt x="794" y="1452"/>
                  </a:lnTo>
                  <a:lnTo>
                    <a:pt x="727" y="1455"/>
                  </a:lnTo>
                  <a:lnTo>
                    <a:pt x="662" y="1452"/>
                  </a:lnTo>
                  <a:lnTo>
                    <a:pt x="597" y="1443"/>
                  </a:lnTo>
                  <a:lnTo>
                    <a:pt x="535" y="1428"/>
                  </a:lnTo>
                  <a:lnTo>
                    <a:pt x="475" y="1409"/>
                  </a:lnTo>
                  <a:lnTo>
                    <a:pt x="416" y="1384"/>
                  </a:lnTo>
                  <a:lnTo>
                    <a:pt x="361" y="1356"/>
                  </a:lnTo>
                  <a:lnTo>
                    <a:pt x="309" y="1322"/>
                  </a:lnTo>
                  <a:lnTo>
                    <a:pt x="260" y="1284"/>
                  </a:lnTo>
                  <a:lnTo>
                    <a:pt x="213" y="1242"/>
                  </a:lnTo>
                  <a:lnTo>
                    <a:pt x="171" y="1196"/>
                  </a:lnTo>
                  <a:lnTo>
                    <a:pt x="134" y="1147"/>
                  </a:lnTo>
                  <a:lnTo>
                    <a:pt x="100" y="1095"/>
                  </a:lnTo>
                  <a:lnTo>
                    <a:pt x="70" y="1039"/>
                  </a:lnTo>
                  <a:lnTo>
                    <a:pt x="46" y="981"/>
                  </a:lnTo>
                  <a:lnTo>
                    <a:pt x="26" y="920"/>
                  </a:lnTo>
                  <a:lnTo>
                    <a:pt x="12" y="858"/>
                  </a:lnTo>
                  <a:lnTo>
                    <a:pt x="4" y="793"/>
                  </a:lnTo>
                  <a:lnTo>
                    <a:pt x="0" y="728"/>
                  </a:lnTo>
                  <a:lnTo>
                    <a:pt x="4" y="661"/>
                  </a:lnTo>
                  <a:lnTo>
                    <a:pt x="12" y="597"/>
                  </a:lnTo>
                  <a:lnTo>
                    <a:pt x="26" y="534"/>
                  </a:lnTo>
                  <a:lnTo>
                    <a:pt x="46" y="474"/>
                  </a:lnTo>
                  <a:lnTo>
                    <a:pt x="70" y="416"/>
                  </a:lnTo>
                  <a:lnTo>
                    <a:pt x="100" y="360"/>
                  </a:lnTo>
                  <a:lnTo>
                    <a:pt x="134" y="308"/>
                  </a:lnTo>
                  <a:lnTo>
                    <a:pt x="171" y="259"/>
                  </a:lnTo>
                  <a:lnTo>
                    <a:pt x="213" y="213"/>
                  </a:lnTo>
                  <a:lnTo>
                    <a:pt x="260" y="171"/>
                  </a:lnTo>
                  <a:lnTo>
                    <a:pt x="309" y="133"/>
                  </a:lnTo>
                  <a:lnTo>
                    <a:pt x="361" y="99"/>
                  </a:lnTo>
                  <a:lnTo>
                    <a:pt x="416" y="70"/>
                  </a:lnTo>
                  <a:lnTo>
                    <a:pt x="475" y="46"/>
                  </a:lnTo>
                  <a:lnTo>
                    <a:pt x="535" y="26"/>
                  </a:lnTo>
                  <a:lnTo>
                    <a:pt x="597" y="12"/>
                  </a:lnTo>
                  <a:lnTo>
                    <a:pt x="662" y="3"/>
                  </a:lnTo>
                  <a:lnTo>
                    <a:pt x="7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Freeform 29"/>
          <p:cNvSpPr>
            <a:spLocks noEditPoints="1"/>
          </p:cNvSpPr>
          <p:nvPr/>
        </p:nvSpPr>
        <p:spPr bwMode="auto">
          <a:xfrm>
            <a:off x="7068801" y="2713911"/>
            <a:ext cx="643204" cy="689578"/>
          </a:xfrm>
          <a:custGeom>
            <a:avLst/>
            <a:gdLst>
              <a:gd name="T0" fmla="*/ 2558 w 3187"/>
              <a:gd name="T1" fmla="*/ 2917 h 3426"/>
              <a:gd name="T2" fmla="*/ 2525 w 3187"/>
              <a:gd name="T3" fmla="*/ 3108 h 3426"/>
              <a:gd name="T4" fmla="*/ 2672 w 3187"/>
              <a:gd name="T5" fmla="*/ 3232 h 3426"/>
              <a:gd name="T6" fmla="*/ 2855 w 3187"/>
              <a:gd name="T7" fmla="*/ 3166 h 3426"/>
              <a:gd name="T8" fmla="*/ 2888 w 3187"/>
              <a:gd name="T9" fmla="*/ 2973 h 3426"/>
              <a:gd name="T10" fmla="*/ 2741 w 3187"/>
              <a:gd name="T11" fmla="*/ 2850 h 3426"/>
              <a:gd name="T12" fmla="*/ 1063 w 3187"/>
              <a:gd name="T13" fmla="*/ 2893 h 3426"/>
              <a:gd name="T14" fmla="*/ 997 w 3187"/>
              <a:gd name="T15" fmla="*/ 3075 h 3426"/>
              <a:gd name="T16" fmla="*/ 1120 w 3187"/>
              <a:gd name="T17" fmla="*/ 3222 h 3426"/>
              <a:gd name="T18" fmla="*/ 1313 w 3187"/>
              <a:gd name="T19" fmla="*/ 3189 h 3426"/>
              <a:gd name="T20" fmla="*/ 1378 w 3187"/>
              <a:gd name="T21" fmla="*/ 3006 h 3426"/>
              <a:gd name="T22" fmla="*/ 1255 w 3187"/>
              <a:gd name="T23" fmla="*/ 2860 h 3426"/>
              <a:gd name="T24" fmla="*/ 722 w 3187"/>
              <a:gd name="T25" fmla="*/ 1936 h 3426"/>
              <a:gd name="T26" fmla="*/ 872 w 3187"/>
              <a:gd name="T27" fmla="*/ 2062 h 3426"/>
              <a:gd name="T28" fmla="*/ 2926 w 3187"/>
              <a:gd name="T29" fmla="*/ 2018 h 3426"/>
              <a:gd name="T30" fmla="*/ 2997 w 3187"/>
              <a:gd name="T31" fmla="*/ 1154 h 3426"/>
              <a:gd name="T32" fmla="*/ 656 w 3187"/>
              <a:gd name="T33" fmla="*/ 229 h 3426"/>
              <a:gd name="T34" fmla="*/ 668 w 3187"/>
              <a:gd name="T35" fmla="*/ 236 h 3426"/>
              <a:gd name="T36" fmla="*/ 680 w 3187"/>
              <a:gd name="T37" fmla="*/ 245 h 3426"/>
              <a:gd name="T38" fmla="*/ 694 w 3187"/>
              <a:gd name="T39" fmla="*/ 263 h 3426"/>
              <a:gd name="T40" fmla="*/ 700 w 3187"/>
              <a:gd name="T41" fmla="*/ 272 h 3426"/>
              <a:gd name="T42" fmla="*/ 704 w 3187"/>
              <a:gd name="T43" fmla="*/ 281 h 3426"/>
              <a:gd name="T44" fmla="*/ 707 w 3187"/>
              <a:gd name="T45" fmla="*/ 294 h 3426"/>
              <a:gd name="T46" fmla="*/ 710 w 3187"/>
              <a:gd name="T47" fmla="*/ 308 h 3426"/>
              <a:gd name="T48" fmla="*/ 3109 w 3187"/>
              <a:gd name="T49" fmla="*/ 979 h 3426"/>
              <a:gd name="T50" fmla="*/ 3119 w 3187"/>
              <a:gd name="T51" fmla="*/ 981 h 3426"/>
              <a:gd name="T52" fmla="*/ 3139 w 3187"/>
              <a:gd name="T53" fmla="*/ 990 h 3426"/>
              <a:gd name="T54" fmla="*/ 3151 w 3187"/>
              <a:gd name="T55" fmla="*/ 998 h 3426"/>
              <a:gd name="T56" fmla="*/ 3161 w 3187"/>
              <a:gd name="T57" fmla="*/ 1005 h 3426"/>
              <a:gd name="T58" fmla="*/ 3166 w 3187"/>
              <a:gd name="T59" fmla="*/ 1012 h 3426"/>
              <a:gd name="T60" fmla="*/ 3172 w 3187"/>
              <a:gd name="T61" fmla="*/ 1022 h 3426"/>
              <a:gd name="T62" fmla="*/ 3180 w 3187"/>
              <a:gd name="T63" fmla="*/ 1035 h 3426"/>
              <a:gd name="T64" fmla="*/ 3185 w 3187"/>
              <a:gd name="T65" fmla="*/ 1049 h 3426"/>
              <a:gd name="T66" fmla="*/ 3187 w 3187"/>
              <a:gd name="T67" fmla="*/ 1060 h 3426"/>
              <a:gd name="T68" fmla="*/ 3161 w 3187"/>
              <a:gd name="T69" fmla="*/ 2007 h 3426"/>
              <a:gd name="T70" fmla="*/ 2981 w 3187"/>
              <a:gd name="T71" fmla="*/ 2210 h 3426"/>
              <a:gd name="T72" fmla="*/ 865 w 3187"/>
              <a:gd name="T73" fmla="*/ 2253 h 3426"/>
              <a:gd name="T74" fmla="*/ 712 w 3187"/>
              <a:gd name="T75" fmla="*/ 2495 h 3426"/>
              <a:gd name="T76" fmla="*/ 838 w 3187"/>
              <a:gd name="T77" fmla="*/ 2646 h 3426"/>
              <a:gd name="T78" fmla="*/ 2844 w 3187"/>
              <a:gd name="T79" fmla="*/ 2683 h 3426"/>
              <a:gd name="T80" fmla="*/ 3045 w 3187"/>
              <a:gd name="T81" fmla="*/ 2862 h 3426"/>
              <a:gd name="T82" fmla="*/ 3078 w 3187"/>
              <a:gd name="T83" fmla="*/ 3136 h 3426"/>
              <a:gd name="T84" fmla="*/ 2925 w 3187"/>
              <a:gd name="T85" fmla="*/ 3356 h 3426"/>
              <a:gd name="T86" fmla="*/ 2657 w 3187"/>
              <a:gd name="T87" fmla="*/ 3423 h 3426"/>
              <a:gd name="T88" fmla="*/ 2418 w 3187"/>
              <a:gd name="T89" fmla="*/ 3296 h 3426"/>
              <a:gd name="T90" fmla="*/ 2321 w 3187"/>
              <a:gd name="T91" fmla="*/ 3042 h 3426"/>
              <a:gd name="T92" fmla="*/ 1518 w 3187"/>
              <a:gd name="T93" fmla="*/ 2848 h 3426"/>
              <a:gd name="T94" fmla="*/ 1568 w 3187"/>
              <a:gd name="T95" fmla="*/ 3090 h 3426"/>
              <a:gd name="T96" fmla="*/ 1442 w 3187"/>
              <a:gd name="T97" fmla="*/ 3328 h 3426"/>
              <a:gd name="T98" fmla="*/ 1187 w 3187"/>
              <a:gd name="T99" fmla="*/ 3426 h 3426"/>
              <a:gd name="T100" fmla="*/ 932 w 3187"/>
              <a:gd name="T101" fmla="*/ 3329 h 3426"/>
              <a:gd name="T102" fmla="*/ 806 w 3187"/>
              <a:gd name="T103" fmla="*/ 3090 h 3426"/>
              <a:gd name="T104" fmla="*/ 858 w 3187"/>
              <a:gd name="T105" fmla="*/ 2845 h 3426"/>
              <a:gd name="T106" fmla="*/ 617 w 3187"/>
              <a:gd name="T107" fmla="*/ 2717 h 3426"/>
              <a:gd name="T108" fmla="*/ 519 w 3187"/>
              <a:gd name="T109" fmla="*/ 2459 h 3426"/>
              <a:gd name="T110" fmla="*/ 3 w 3187"/>
              <a:gd name="T111" fmla="*/ 122 h 3426"/>
              <a:gd name="T112" fmla="*/ 49 w 3187"/>
              <a:gd name="T113" fmla="*/ 12 h 3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87" h="3425">
                <a:moveTo>
                  <a:pt x="2707" y="2847"/>
                </a:moveTo>
                <a:lnTo>
                  <a:pt x="2672" y="2850"/>
                </a:lnTo>
                <a:lnTo>
                  <a:pt x="2639" y="2860"/>
                </a:lnTo>
                <a:lnTo>
                  <a:pt x="2608" y="2874"/>
                </a:lnTo>
                <a:lnTo>
                  <a:pt x="2582" y="2893"/>
                </a:lnTo>
                <a:lnTo>
                  <a:pt x="2558" y="2917"/>
                </a:lnTo>
                <a:lnTo>
                  <a:pt x="2539" y="2943"/>
                </a:lnTo>
                <a:lnTo>
                  <a:pt x="2525" y="2973"/>
                </a:lnTo>
                <a:lnTo>
                  <a:pt x="2515" y="3007"/>
                </a:lnTo>
                <a:lnTo>
                  <a:pt x="2512" y="3041"/>
                </a:lnTo>
                <a:lnTo>
                  <a:pt x="2515" y="3075"/>
                </a:lnTo>
                <a:lnTo>
                  <a:pt x="2525" y="3108"/>
                </a:lnTo>
                <a:lnTo>
                  <a:pt x="2539" y="3138"/>
                </a:lnTo>
                <a:lnTo>
                  <a:pt x="2558" y="3165"/>
                </a:lnTo>
                <a:lnTo>
                  <a:pt x="2582" y="3189"/>
                </a:lnTo>
                <a:lnTo>
                  <a:pt x="2608" y="3208"/>
                </a:lnTo>
                <a:lnTo>
                  <a:pt x="2639" y="3222"/>
                </a:lnTo>
                <a:lnTo>
                  <a:pt x="2672" y="3232"/>
                </a:lnTo>
                <a:lnTo>
                  <a:pt x="2707" y="3235"/>
                </a:lnTo>
                <a:lnTo>
                  <a:pt x="2741" y="3232"/>
                </a:lnTo>
                <a:lnTo>
                  <a:pt x="2773" y="3222"/>
                </a:lnTo>
                <a:lnTo>
                  <a:pt x="2804" y="3208"/>
                </a:lnTo>
                <a:lnTo>
                  <a:pt x="2831" y="3189"/>
                </a:lnTo>
                <a:lnTo>
                  <a:pt x="2855" y="3166"/>
                </a:lnTo>
                <a:lnTo>
                  <a:pt x="2874" y="3139"/>
                </a:lnTo>
                <a:lnTo>
                  <a:pt x="2888" y="3109"/>
                </a:lnTo>
                <a:lnTo>
                  <a:pt x="2898" y="3075"/>
                </a:lnTo>
                <a:lnTo>
                  <a:pt x="2901" y="3041"/>
                </a:lnTo>
                <a:lnTo>
                  <a:pt x="2898" y="3006"/>
                </a:lnTo>
                <a:lnTo>
                  <a:pt x="2888" y="2973"/>
                </a:lnTo>
                <a:lnTo>
                  <a:pt x="2874" y="2943"/>
                </a:lnTo>
                <a:lnTo>
                  <a:pt x="2855" y="2916"/>
                </a:lnTo>
                <a:lnTo>
                  <a:pt x="2831" y="2893"/>
                </a:lnTo>
                <a:lnTo>
                  <a:pt x="2804" y="2874"/>
                </a:lnTo>
                <a:lnTo>
                  <a:pt x="2773" y="2860"/>
                </a:lnTo>
                <a:lnTo>
                  <a:pt x="2741" y="2850"/>
                </a:lnTo>
                <a:lnTo>
                  <a:pt x="2707" y="2847"/>
                </a:lnTo>
                <a:close/>
                <a:moveTo>
                  <a:pt x="1188" y="2847"/>
                </a:moveTo>
                <a:lnTo>
                  <a:pt x="1153" y="2850"/>
                </a:lnTo>
                <a:lnTo>
                  <a:pt x="1120" y="2860"/>
                </a:lnTo>
                <a:lnTo>
                  <a:pt x="1090" y="2874"/>
                </a:lnTo>
                <a:lnTo>
                  <a:pt x="1063" y="2893"/>
                </a:lnTo>
                <a:lnTo>
                  <a:pt x="1040" y="2917"/>
                </a:lnTo>
                <a:lnTo>
                  <a:pt x="1020" y="2943"/>
                </a:lnTo>
                <a:lnTo>
                  <a:pt x="1007" y="2973"/>
                </a:lnTo>
                <a:lnTo>
                  <a:pt x="997" y="3007"/>
                </a:lnTo>
                <a:lnTo>
                  <a:pt x="994" y="3041"/>
                </a:lnTo>
                <a:lnTo>
                  <a:pt x="997" y="3075"/>
                </a:lnTo>
                <a:lnTo>
                  <a:pt x="1007" y="3108"/>
                </a:lnTo>
                <a:lnTo>
                  <a:pt x="1020" y="3138"/>
                </a:lnTo>
                <a:lnTo>
                  <a:pt x="1040" y="3165"/>
                </a:lnTo>
                <a:lnTo>
                  <a:pt x="1063" y="3189"/>
                </a:lnTo>
                <a:lnTo>
                  <a:pt x="1090" y="3208"/>
                </a:lnTo>
                <a:lnTo>
                  <a:pt x="1120" y="3222"/>
                </a:lnTo>
                <a:lnTo>
                  <a:pt x="1153" y="3232"/>
                </a:lnTo>
                <a:lnTo>
                  <a:pt x="1188" y="3235"/>
                </a:lnTo>
                <a:lnTo>
                  <a:pt x="1223" y="3232"/>
                </a:lnTo>
                <a:lnTo>
                  <a:pt x="1255" y="3222"/>
                </a:lnTo>
                <a:lnTo>
                  <a:pt x="1285" y="3208"/>
                </a:lnTo>
                <a:lnTo>
                  <a:pt x="1313" y="3189"/>
                </a:lnTo>
                <a:lnTo>
                  <a:pt x="1336" y="3166"/>
                </a:lnTo>
                <a:lnTo>
                  <a:pt x="1355" y="3139"/>
                </a:lnTo>
                <a:lnTo>
                  <a:pt x="1370" y="3109"/>
                </a:lnTo>
                <a:lnTo>
                  <a:pt x="1378" y="3075"/>
                </a:lnTo>
                <a:lnTo>
                  <a:pt x="1381" y="3041"/>
                </a:lnTo>
                <a:lnTo>
                  <a:pt x="1378" y="3006"/>
                </a:lnTo>
                <a:lnTo>
                  <a:pt x="1370" y="2973"/>
                </a:lnTo>
                <a:lnTo>
                  <a:pt x="1355" y="2943"/>
                </a:lnTo>
                <a:lnTo>
                  <a:pt x="1336" y="2916"/>
                </a:lnTo>
                <a:lnTo>
                  <a:pt x="1313" y="2893"/>
                </a:lnTo>
                <a:lnTo>
                  <a:pt x="1285" y="2874"/>
                </a:lnTo>
                <a:lnTo>
                  <a:pt x="1255" y="2860"/>
                </a:lnTo>
                <a:lnTo>
                  <a:pt x="1223" y="2850"/>
                </a:lnTo>
                <a:lnTo>
                  <a:pt x="1188" y="2847"/>
                </a:lnTo>
                <a:close/>
                <a:moveTo>
                  <a:pt x="709" y="840"/>
                </a:moveTo>
                <a:lnTo>
                  <a:pt x="709" y="1867"/>
                </a:lnTo>
                <a:lnTo>
                  <a:pt x="712" y="1903"/>
                </a:lnTo>
                <a:lnTo>
                  <a:pt x="722" y="1936"/>
                </a:lnTo>
                <a:lnTo>
                  <a:pt x="736" y="1967"/>
                </a:lnTo>
                <a:lnTo>
                  <a:pt x="756" y="1994"/>
                </a:lnTo>
                <a:lnTo>
                  <a:pt x="780" y="2018"/>
                </a:lnTo>
                <a:lnTo>
                  <a:pt x="807" y="2038"/>
                </a:lnTo>
                <a:lnTo>
                  <a:pt x="838" y="2053"/>
                </a:lnTo>
                <a:lnTo>
                  <a:pt x="872" y="2062"/>
                </a:lnTo>
                <a:lnTo>
                  <a:pt x="907" y="2065"/>
                </a:lnTo>
                <a:lnTo>
                  <a:pt x="2798" y="2065"/>
                </a:lnTo>
                <a:lnTo>
                  <a:pt x="2834" y="2062"/>
                </a:lnTo>
                <a:lnTo>
                  <a:pt x="2867" y="2053"/>
                </a:lnTo>
                <a:lnTo>
                  <a:pt x="2899" y="2038"/>
                </a:lnTo>
                <a:lnTo>
                  <a:pt x="2926" y="2018"/>
                </a:lnTo>
                <a:lnTo>
                  <a:pt x="2950" y="1994"/>
                </a:lnTo>
                <a:lnTo>
                  <a:pt x="2970" y="1967"/>
                </a:lnTo>
                <a:lnTo>
                  <a:pt x="2984" y="1936"/>
                </a:lnTo>
                <a:lnTo>
                  <a:pt x="2994" y="1902"/>
                </a:lnTo>
                <a:lnTo>
                  <a:pt x="2997" y="1866"/>
                </a:lnTo>
                <a:lnTo>
                  <a:pt x="2997" y="1154"/>
                </a:lnTo>
                <a:lnTo>
                  <a:pt x="709" y="840"/>
                </a:lnTo>
                <a:close/>
                <a:moveTo>
                  <a:pt x="89" y="0"/>
                </a:moveTo>
                <a:lnTo>
                  <a:pt x="111" y="2"/>
                </a:lnTo>
                <a:lnTo>
                  <a:pt x="132" y="9"/>
                </a:lnTo>
                <a:lnTo>
                  <a:pt x="652" y="226"/>
                </a:lnTo>
                <a:lnTo>
                  <a:pt x="656" y="229"/>
                </a:lnTo>
                <a:lnTo>
                  <a:pt x="661" y="231"/>
                </a:lnTo>
                <a:lnTo>
                  <a:pt x="662" y="232"/>
                </a:lnTo>
                <a:lnTo>
                  <a:pt x="663" y="232"/>
                </a:lnTo>
                <a:lnTo>
                  <a:pt x="664" y="233"/>
                </a:lnTo>
                <a:lnTo>
                  <a:pt x="666" y="234"/>
                </a:lnTo>
                <a:lnTo>
                  <a:pt x="668" y="236"/>
                </a:lnTo>
                <a:lnTo>
                  <a:pt x="670" y="237"/>
                </a:lnTo>
                <a:lnTo>
                  <a:pt x="672" y="239"/>
                </a:lnTo>
                <a:lnTo>
                  <a:pt x="674" y="240"/>
                </a:lnTo>
                <a:lnTo>
                  <a:pt x="676" y="241"/>
                </a:lnTo>
                <a:lnTo>
                  <a:pt x="678" y="243"/>
                </a:lnTo>
                <a:lnTo>
                  <a:pt x="680" y="245"/>
                </a:lnTo>
                <a:lnTo>
                  <a:pt x="682" y="247"/>
                </a:lnTo>
                <a:lnTo>
                  <a:pt x="689" y="254"/>
                </a:lnTo>
                <a:lnTo>
                  <a:pt x="690" y="256"/>
                </a:lnTo>
                <a:lnTo>
                  <a:pt x="691" y="258"/>
                </a:lnTo>
                <a:lnTo>
                  <a:pt x="693" y="262"/>
                </a:lnTo>
                <a:lnTo>
                  <a:pt x="694" y="263"/>
                </a:lnTo>
                <a:lnTo>
                  <a:pt x="695" y="265"/>
                </a:lnTo>
                <a:lnTo>
                  <a:pt x="698" y="267"/>
                </a:lnTo>
                <a:lnTo>
                  <a:pt x="699" y="269"/>
                </a:lnTo>
                <a:lnTo>
                  <a:pt x="699" y="270"/>
                </a:lnTo>
                <a:lnTo>
                  <a:pt x="700" y="271"/>
                </a:lnTo>
                <a:lnTo>
                  <a:pt x="700" y="272"/>
                </a:lnTo>
                <a:lnTo>
                  <a:pt x="701" y="274"/>
                </a:lnTo>
                <a:lnTo>
                  <a:pt x="702" y="275"/>
                </a:lnTo>
                <a:lnTo>
                  <a:pt x="703" y="278"/>
                </a:lnTo>
                <a:lnTo>
                  <a:pt x="703" y="279"/>
                </a:lnTo>
                <a:lnTo>
                  <a:pt x="704" y="280"/>
                </a:lnTo>
                <a:lnTo>
                  <a:pt x="704" y="281"/>
                </a:lnTo>
                <a:lnTo>
                  <a:pt x="706" y="287"/>
                </a:lnTo>
                <a:lnTo>
                  <a:pt x="706" y="288"/>
                </a:lnTo>
                <a:lnTo>
                  <a:pt x="706" y="289"/>
                </a:lnTo>
                <a:lnTo>
                  <a:pt x="706" y="290"/>
                </a:lnTo>
                <a:lnTo>
                  <a:pt x="707" y="292"/>
                </a:lnTo>
                <a:lnTo>
                  <a:pt x="707" y="294"/>
                </a:lnTo>
                <a:lnTo>
                  <a:pt x="708" y="296"/>
                </a:lnTo>
                <a:lnTo>
                  <a:pt x="708" y="299"/>
                </a:lnTo>
                <a:lnTo>
                  <a:pt x="708" y="303"/>
                </a:lnTo>
                <a:lnTo>
                  <a:pt x="709" y="304"/>
                </a:lnTo>
                <a:lnTo>
                  <a:pt x="709" y="305"/>
                </a:lnTo>
                <a:lnTo>
                  <a:pt x="710" y="308"/>
                </a:lnTo>
                <a:lnTo>
                  <a:pt x="710" y="312"/>
                </a:lnTo>
                <a:lnTo>
                  <a:pt x="710" y="315"/>
                </a:lnTo>
                <a:lnTo>
                  <a:pt x="710" y="649"/>
                </a:lnTo>
                <a:lnTo>
                  <a:pt x="3105" y="979"/>
                </a:lnTo>
                <a:lnTo>
                  <a:pt x="3108" y="979"/>
                </a:lnTo>
                <a:lnTo>
                  <a:pt x="3109" y="979"/>
                </a:lnTo>
                <a:lnTo>
                  <a:pt x="3111" y="979"/>
                </a:lnTo>
                <a:lnTo>
                  <a:pt x="3112" y="979"/>
                </a:lnTo>
                <a:lnTo>
                  <a:pt x="3114" y="980"/>
                </a:lnTo>
                <a:lnTo>
                  <a:pt x="3116" y="980"/>
                </a:lnTo>
                <a:lnTo>
                  <a:pt x="3118" y="981"/>
                </a:lnTo>
                <a:lnTo>
                  <a:pt x="3119" y="981"/>
                </a:lnTo>
                <a:lnTo>
                  <a:pt x="3121" y="981"/>
                </a:lnTo>
                <a:lnTo>
                  <a:pt x="3122" y="982"/>
                </a:lnTo>
                <a:lnTo>
                  <a:pt x="3124" y="983"/>
                </a:lnTo>
                <a:lnTo>
                  <a:pt x="3126" y="983"/>
                </a:lnTo>
                <a:lnTo>
                  <a:pt x="3130" y="985"/>
                </a:lnTo>
                <a:lnTo>
                  <a:pt x="3139" y="990"/>
                </a:lnTo>
                <a:lnTo>
                  <a:pt x="3141" y="992"/>
                </a:lnTo>
                <a:lnTo>
                  <a:pt x="3144" y="993"/>
                </a:lnTo>
                <a:lnTo>
                  <a:pt x="3145" y="994"/>
                </a:lnTo>
                <a:lnTo>
                  <a:pt x="3147" y="995"/>
                </a:lnTo>
                <a:lnTo>
                  <a:pt x="3149" y="996"/>
                </a:lnTo>
                <a:lnTo>
                  <a:pt x="3151" y="998"/>
                </a:lnTo>
                <a:lnTo>
                  <a:pt x="3152" y="999"/>
                </a:lnTo>
                <a:lnTo>
                  <a:pt x="3153" y="1000"/>
                </a:lnTo>
                <a:lnTo>
                  <a:pt x="3154" y="1001"/>
                </a:lnTo>
                <a:lnTo>
                  <a:pt x="3159" y="1004"/>
                </a:lnTo>
                <a:lnTo>
                  <a:pt x="3160" y="1005"/>
                </a:lnTo>
                <a:lnTo>
                  <a:pt x="3161" y="1005"/>
                </a:lnTo>
                <a:lnTo>
                  <a:pt x="3161" y="1007"/>
                </a:lnTo>
                <a:lnTo>
                  <a:pt x="3162" y="1008"/>
                </a:lnTo>
                <a:lnTo>
                  <a:pt x="3163" y="1009"/>
                </a:lnTo>
                <a:lnTo>
                  <a:pt x="3164" y="1010"/>
                </a:lnTo>
                <a:lnTo>
                  <a:pt x="3165" y="1011"/>
                </a:lnTo>
                <a:lnTo>
                  <a:pt x="3166" y="1012"/>
                </a:lnTo>
                <a:lnTo>
                  <a:pt x="3167" y="1013"/>
                </a:lnTo>
                <a:lnTo>
                  <a:pt x="3168" y="1016"/>
                </a:lnTo>
                <a:lnTo>
                  <a:pt x="3169" y="1017"/>
                </a:lnTo>
                <a:lnTo>
                  <a:pt x="3169" y="1018"/>
                </a:lnTo>
                <a:lnTo>
                  <a:pt x="3171" y="1020"/>
                </a:lnTo>
                <a:lnTo>
                  <a:pt x="3172" y="1022"/>
                </a:lnTo>
                <a:lnTo>
                  <a:pt x="3173" y="1023"/>
                </a:lnTo>
                <a:lnTo>
                  <a:pt x="3174" y="1025"/>
                </a:lnTo>
                <a:lnTo>
                  <a:pt x="3176" y="1029"/>
                </a:lnTo>
                <a:lnTo>
                  <a:pt x="3177" y="1031"/>
                </a:lnTo>
                <a:lnTo>
                  <a:pt x="3179" y="1033"/>
                </a:lnTo>
                <a:lnTo>
                  <a:pt x="3180" y="1035"/>
                </a:lnTo>
                <a:lnTo>
                  <a:pt x="3181" y="1037"/>
                </a:lnTo>
                <a:lnTo>
                  <a:pt x="3182" y="1040"/>
                </a:lnTo>
                <a:lnTo>
                  <a:pt x="3183" y="1042"/>
                </a:lnTo>
                <a:lnTo>
                  <a:pt x="3183" y="1044"/>
                </a:lnTo>
                <a:lnTo>
                  <a:pt x="3184" y="1046"/>
                </a:lnTo>
                <a:lnTo>
                  <a:pt x="3185" y="1049"/>
                </a:lnTo>
                <a:lnTo>
                  <a:pt x="3185" y="1051"/>
                </a:lnTo>
                <a:lnTo>
                  <a:pt x="3186" y="1053"/>
                </a:lnTo>
                <a:lnTo>
                  <a:pt x="3186" y="1055"/>
                </a:lnTo>
                <a:lnTo>
                  <a:pt x="3186" y="1057"/>
                </a:lnTo>
                <a:lnTo>
                  <a:pt x="3187" y="1058"/>
                </a:lnTo>
                <a:lnTo>
                  <a:pt x="3187" y="1060"/>
                </a:lnTo>
                <a:lnTo>
                  <a:pt x="3187" y="1062"/>
                </a:lnTo>
                <a:lnTo>
                  <a:pt x="3187" y="1065"/>
                </a:lnTo>
                <a:lnTo>
                  <a:pt x="3187" y="1867"/>
                </a:lnTo>
                <a:lnTo>
                  <a:pt x="3184" y="1915"/>
                </a:lnTo>
                <a:lnTo>
                  <a:pt x="3175" y="1962"/>
                </a:lnTo>
                <a:lnTo>
                  <a:pt x="3161" y="2007"/>
                </a:lnTo>
                <a:lnTo>
                  <a:pt x="3142" y="2050"/>
                </a:lnTo>
                <a:lnTo>
                  <a:pt x="3117" y="2088"/>
                </a:lnTo>
                <a:lnTo>
                  <a:pt x="3089" y="2125"/>
                </a:lnTo>
                <a:lnTo>
                  <a:pt x="3056" y="2157"/>
                </a:lnTo>
                <a:lnTo>
                  <a:pt x="3020" y="2185"/>
                </a:lnTo>
                <a:lnTo>
                  <a:pt x="2981" y="2210"/>
                </a:lnTo>
                <a:lnTo>
                  <a:pt x="2938" y="2229"/>
                </a:lnTo>
                <a:lnTo>
                  <a:pt x="2893" y="2244"/>
                </a:lnTo>
                <a:lnTo>
                  <a:pt x="2846" y="2252"/>
                </a:lnTo>
                <a:lnTo>
                  <a:pt x="2798" y="2255"/>
                </a:lnTo>
                <a:lnTo>
                  <a:pt x="907" y="2255"/>
                </a:lnTo>
                <a:lnTo>
                  <a:pt x="865" y="2253"/>
                </a:lnTo>
                <a:lnTo>
                  <a:pt x="823" y="2247"/>
                </a:lnTo>
                <a:lnTo>
                  <a:pt x="783" y="2235"/>
                </a:lnTo>
                <a:lnTo>
                  <a:pt x="745" y="2221"/>
                </a:lnTo>
                <a:lnTo>
                  <a:pt x="709" y="2202"/>
                </a:lnTo>
                <a:lnTo>
                  <a:pt x="709" y="2459"/>
                </a:lnTo>
                <a:lnTo>
                  <a:pt x="712" y="2495"/>
                </a:lnTo>
                <a:lnTo>
                  <a:pt x="722" y="2528"/>
                </a:lnTo>
                <a:lnTo>
                  <a:pt x="736" y="2559"/>
                </a:lnTo>
                <a:lnTo>
                  <a:pt x="756" y="2588"/>
                </a:lnTo>
                <a:lnTo>
                  <a:pt x="780" y="2612"/>
                </a:lnTo>
                <a:lnTo>
                  <a:pt x="807" y="2630"/>
                </a:lnTo>
                <a:lnTo>
                  <a:pt x="838" y="2646"/>
                </a:lnTo>
                <a:lnTo>
                  <a:pt x="872" y="2655"/>
                </a:lnTo>
                <a:lnTo>
                  <a:pt x="907" y="2658"/>
                </a:lnTo>
                <a:lnTo>
                  <a:pt x="2705" y="2658"/>
                </a:lnTo>
                <a:lnTo>
                  <a:pt x="2754" y="2661"/>
                </a:lnTo>
                <a:lnTo>
                  <a:pt x="2801" y="2670"/>
                </a:lnTo>
                <a:lnTo>
                  <a:pt x="2844" y="2683"/>
                </a:lnTo>
                <a:lnTo>
                  <a:pt x="2886" y="2703"/>
                </a:lnTo>
                <a:lnTo>
                  <a:pt x="2925" y="2727"/>
                </a:lnTo>
                <a:lnTo>
                  <a:pt x="2960" y="2755"/>
                </a:lnTo>
                <a:lnTo>
                  <a:pt x="2993" y="2787"/>
                </a:lnTo>
                <a:lnTo>
                  <a:pt x="3021" y="2823"/>
                </a:lnTo>
                <a:lnTo>
                  <a:pt x="3045" y="2862"/>
                </a:lnTo>
                <a:lnTo>
                  <a:pt x="3064" y="2903"/>
                </a:lnTo>
                <a:lnTo>
                  <a:pt x="3078" y="2947"/>
                </a:lnTo>
                <a:lnTo>
                  <a:pt x="3087" y="2994"/>
                </a:lnTo>
                <a:lnTo>
                  <a:pt x="3090" y="3042"/>
                </a:lnTo>
                <a:lnTo>
                  <a:pt x="3087" y="3090"/>
                </a:lnTo>
                <a:lnTo>
                  <a:pt x="3078" y="3136"/>
                </a:lnTo>
                <a:lnTo>
                  <a:pt x="3064" y="3180"/>
                </a:lnTo>
                <a:lnTo>
                  <a:pt x="3045" y="3221"/>
                </a:lnTo>
                <a:lnTo>
                  <a:pt x="3021" y="3261"/>
                </a:lnTo>
                <a:lnTo>
                  <a:pt x="2993" y="3296"/>
                </a:lnTo>
                <a:lnTo>
                  <a:pt x="2960" y="3328"/>
                </a:lnTo>
                <a:lnTo>
                  <a:pt x="2925" y="3356"/>
                </a:lnTo>
                <a:lnTo>
                  <a:pt x="2886" y="3380"/>
                </a:lnTo>
                <a:lnTo>
                  <a:pt x="2844" y="3400"/>
                </a:lnTo>
                <a:lnTo>
                  <a:pt x="2801" y="3413"/>
                </a:lnTo>
                <a:lnTo>
                  <a:pt x="2754" y="3423"/>
                </a:lnTo>
                <a:lnTo>
                  <a:pt x="2705" y="3426"/>
                </a:lnTo>
                <a:lnTo>
                  <a:pt x="2657" y="3423"/>
                </a:lnTo>
                <a:lnTo>
                  <a:pt x="2612" y="3413"/>
                </a:lnTo>
                <a:lnTo>
                  <a:pt x="2568" y="3400"/>
                </a:lnTo>
                <a:lnTo>
                  <a:pt x="2526" y="3380"/>
                </a:lnTo>
                <a:lnTo>
                  <a:pt x="2486" y="3357"/>
                </a:lnTo>
                <a:lnTo>
                  <a:pt x="2451" y="3329"/>
                </a:lnTo>
                <a:lnTo>
                  <a:pt x="2418" y="3296"/>
                </a:lnTo>
                <a:lnTo>
                  <a:pt x="2390" y="3261"/>
                </a:lnTo>
                <a:lnTo>
                  <a:pt x="2367" y="3222"/>
                </a:lnTo>
                <a:lnTo>
                  <a:pt x="2347" y="3181"/>
                </a:lnTo>
                <a:lnTo>
                  <a:pt x="2334" y="3136"/>
                </a:lnTo>
                <a:lnTo>
                  <a:pt x="2324" y="3090"/>
                </a:lnTo>
                <a:lnTo>
                  <a:pt x="2321" y="3042"/>
                </a:lnTo>
                <a:lnTo>
                  <a:pt x="2323" y="3000"/>
                </a:lnTo>
                <a:lnTo>
                  <a:pt x="2331" y="2960"/>
                </a:lnTo>
                <a:lnTo>
                  <a:pt x="2341" y="2920"/>
                </a:lnTo>
                <a:lnTo>
                  <a:pt x="2356" y="2884"/>
                </a:lnTo>
                <a:lnTo>
                  <a:pt x="2374" y="2848"/>
                </a:lnTo>
                <a:lnTo>
                  <a:pt x="1518" y="2848"/>
                </a:lnTo>
                <a:lnTo>
                  <a:pt x="1537" y="2883"/>
                </a:lnTo>
                <a:lnTo>
                  <a:pt x="1552" y="2920"/>
                </a:lnTo>
                <a:lnTo>
                  <a:pt x="1562" y="2960"/>
                </a:lnTo>
                <a:lnTo>
                  <a:pt x="1569" y="3000"/>
                </a:lnTo>
                <a:lnTo>
                  <a:pt x="1572" y="3042"/>
                </a:lnTo>
                <a:lnTo>
                  <a:pt x="1568" y="3090"/>
                </a:lnTo>
                <a:lnTo>
                  <a:pt x="1560" y="3136"/>
                </a:lnTo>
                <a:lnTo>
                  <a:pt x="1545" y="3180"/>
                </a:lnTo>
                <a:lnTo>
                  <a:pt x="1527" y="3221"/>
                </a:lnTo>
                <a:lnTo>
                  <a:pt x="1503" y="3261"/>
                </a:lnTo>
                <a:lnTo>
                  <a:pt x="1474" y="3296"/>
                </a:lnTo>
                <a:lnTo>
                  <a:pt x="1442" y="3328"/>
                </a:lnTo>
                <a:lnTo>
                  <a:pt x="1407" y="3356"/>
                </a:lnTo>
                <a:lnTo>
                  <a:pt x="1368" y="3380"/>
                </a:lnTo>
                <a:lnTo>
                  <a:pt x="1326" y="3400"/>
                </a:lnTo>
                <a:lnTo>
                  <a:pt x="1281" y="3413"/>
                </a:lnTo>
                <a:lnTo>
                  <a:pt x="1235" y="3423"/>
                </a:lnTo>
                <a:lnTo>
                  <a:pt x="1187" y="3426"/>
                </a:lnTo>
                <a:lnTo>
                  <a:pt x="1139" y="3423"/>
                </a:lnTo>
                <a:lnTo>
                  <a:pt x="1092" y="3413"/>
                </a:lnTo>
                <a:lnTo>
                  <a:pt x="1048" y="3400"/>
                </a:lnTo>
                <a:lnTo>
                  <a:pt x="1007" y="3380"/>
                </a:lnTo>
                <a:lnTo>
                  <a:pt x="968" y="3357"/>
                </a:lnTo>
                <a:lnTo>
                  <a:pt x="932" y="3329"/>
                </a:lnTo>
                <a:lnTo>
                  <a:pt x="900" y="3296"/>
                </a:lnTo>
                <a:lnTo>
                  <a:pt x="872" y="3261"/>
                </a:lnTo>
                <a:lnTo>
                  <a:pt x="848" y="3222"/>
                </a:lnTo>
                <a:lnTo>
                  <a:pt x="829" y="3181"/>
                </a:lnTo>
                <a:lnTo>
                  <a:pt x="814" y="3136"/>
                </a:lnTo>
                <a:lnTo>
                  <a:pt x="806" y="3090"/>
                </a:lnTo>
                <a:lnTo>
                  <a:pt x="803" y="3042"/>
                </a:lnTo>
                <a:lnTo>
                  <a:pt x="805" y="2999"/>
                </a:lnTo>
                <a:lnTo>
                  <a:pt x="812" y="2958"/>
                </a:lnTo>
                <a:lnTo>
                  <a:pt x="824" y="2918"/>
                </a:lnTo>
                <a:lnTo>
                  <a:pt x="838" y="2880"/>
                </a:lnTo>
                <a:lnTo>
                  <a:pt x="858" y="2845"/>
                </a:lnTo>
                <a:lnTo>
                  <a:pt x="811" y="2836"/>
                </a:lnTo>
                <a:lnTo>
                  <a:pt x="766" y="2821"/>
                </a:lnTo>
                <a:lnTo>
                  <a:pt x="725" y="2801"/>
                </a:lnTo>
                <a:lnTo>
                  <a:pt x="685" y="2777"/>
                </a:lnTo>
                <a:lnTo>
                  <a:pt x="649" y="2749"/>
                </a:lnTo>
                <a:lnTo>
                  <a:pt x="617" y="2717"/>
                </a:lnTo>
                <a:lnTo>
                  <a:pt x="588" y="2680"/>
                </a:lnTo>
                <a:lnTo>
                  <a:pt x="564" y="2642"/>
                </a:lnTo>
                <a:lnTo>
                  <a:pt x="545" y="2599"/>
                </a:lnTo>
                <a:lnTo>
                  <a:pt x="530" y="2555"/>
                </a:lnTo>
                <a:lnTo>
                  <a:pt x="522" y="2508"/>
                </a:lnTo>
                <a:lnTo>
                  <a:pt x="519" y="2459"/>
                </a:lnTo>
                <a:lnTo>
                  <a:pt x="519" y="378"/>
                </a:lnTo>
                <a:lnTo>
                  <a:pt x="57" y="184"/>
                </a:lnTo>
                <a:lnTo>
                  <a:pt x="39" y="172"/>
                </a:lnTo>
                <a:lnTo>
                  <a:pt x="23" y="159"/>
                </a:lnTo>
                <a:lnTo>
                  <a:pt x="10" y="141"/>
                </a:lnTo>
                <a:lnTo>
                  <a:pt x="3" y="122"/>
                </a:lnTo>
                <a:lnTo>
                  <a:pt x="0" y="101"/>
                </a:lnTo>
                <a:lnTo>
                  <a:pt x="1" y="79"/>
                </a:lnTo>
                <a:lnTo>
                  <a:pt x="7" y="59"/>
                </a:lnTo>
                <a:lnTo>
                  <a:pt x="18" y="40"/>
                </a:lnTo>
                <a:lnTo>
                  <a:pt x="32" y="24"/>
                </a:lnTo>
                <a:lnTo>
                  <a:pt x="49" y="12"/>
                </a:lnTo>
                <a:lnTo>
                  <a:pt x="69" y="4"/>
                </a:lnTo>
                <a:lnTo>
                  <a:pt x="8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 flipH="1">
            <a:off x="779636" y="3859884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一题多答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 flipH="1">
            <a:off x="765625" y="4176583"/>
            <a:ext cx="176553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同一个问题，让模型写出好几个不同的回答</a:t>
            </a:r>
          </a:p>
        </p:txBody>
      </p:sp>
      <p:sp>
        <p:nvSpPr>
          <p:cNvPr id="26" name="1"/>
          <p:cNvSpPr txBox="1">
            <a:spLocks noChangeArrowheads="1"/>
          </p:cNvSpPr>
          <p:nvPr/>
        </p:nvSpPr>
        <p:spPr bwMode="auto">
          <a:xfrm flipH="1">
            <a:off x="3693056" y="3859884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人来排序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1"/>
          <p:cNvSpPr txBox="1">
            <a:spLocks noChangeArrowheads="1"/>
          </p:cNvSpPr>
          <p:nvPr/>
        </p:nvSpPr>
        <p:spPr bwMode="auto">
          <a:xfrm flipH="1">
            <a:off x="3679045" y="4176583"/>
            <a:ext cx="176553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人比较这些回答：哪个更有用、更无害、更诚实</a:t>
            </a:r>
          </a:p>
        </p:txBody>
      </p:sp>
      <p:sp>
        <p:nvSpPr>
          <p:cNvPr id="28" name="1"/>
          <p:cNvSpPr txBox="1">
            <a:spLocks noChangeArrowheads="1"/>
          </p:cNvSpPr>
          <p:nvPr/>
        </p:nvSpPr>
        <p:spPr bwMode="auto">
          <a:xfrm flipH="1">
            <a:off x="6524715" y="3784714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训练打分器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1"/>
          <p:cNvSpPr txBox="1">
            <a:spLocks noChangeArrowheads="1"/>
          </p:cNvSpPr>
          <p:nvPr/>
        </p:nvSpPr>
        <p:spPr bwMode="auto">
          <a:xfrm flipH="1">
            <a:off x="6510704" y="4101413"/>
            <a:ext cx="176553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用这些排序训练一个「奖励模型」，让它学会给回答打分</a:t>
            </a:r>
          </a:p>
        </p:txBody>
      </p:sp>
      <p:sp>
        <p:nvSpPr>
          <p:cNvPr id="30" name="1"/>
          <p:cNvSpPr txBox="1">
            <a:spLocks noChangeArrowheads="1"/>
          </p:cNvSpPr>
          <p:nvPr/>
        </p:nvSpPr>
        <p:spPr bwMode="auto">
          <a:xfrm flipH="1">
            <a:off x="9336535" y="3784714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按分数改进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1"/>
          <p:cNvSpPr txBox="1">
            <a:spLocks noChangeArrowheads="1"/>
          </p:cNvSpPr>
          <p:nvPr/>
        </p:nvSpPr>
        <p:spPr bwMode="auto">
          <a:xfrm flipH="1">
            <a:off x="9322524" y="4101413"/>
            <a:ext cx="176553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让原来的模型反复练习，朝着高分的方向调整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0533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B72"/>
                </a:solidFill>
              </a:rPr>
              <a:t>一句话：人很难写清「好回答」的标准，但很容易比出两个回答哪个更好。对齐就是把这种比较变成分数，再让模型去追分。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70368" y="416047"/>
            <a:ext cx="425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Two approaches: RLHF and DPO</a:t>
            </a:r>
          </a:p>
        </p:txBody>
      </p:sp>
      <p:sp>
        <p:nvSpPr>
          <p:cNvPr id="5" name="PA_文本框 2"/>
          <p:cNvSpPr txBox="1"/>
          <p:nvPr>
            <p:custDataLst>
              <p:tags r:id="rId1"/>
            </p:custDataLst>
          </p:nvPr>
        </p:nvSpPr>
        <p:spPr>
          <a:xfrm>
            <a:off x="2804159" y="644662"/>
            <a:ext cx="6583680" cy="599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两种主流做法：RLHF 和 DPO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2" y="1667935"/>
            <a:ext cx="6096001" cy="2328333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4028020"/>
            <a:ext cx="6096001" cy="2328333"/>
          </a:xfrm>
          <a:prstGeom prst="rect">
            <a:avLst/>
          </a:prstGeom>
          <a:solidFill>
            <a:srgbClr val="838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 flipH="1">
            <a:off x="548640" y="2103120"/>
            <a:ext cx="3246120" cy="47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5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RLHF：先训打分器，再照着分数练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 flipH="1">
            <a:off x="548640" y="2670048"/>
            <a:ext cx="2953512" cy="98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先单独训练一个奖励模型专门打分，再用强化学习让语言模型照着分数改。ChatGPT 早期用的就是这套方法。步骤多、成本高，但每一步都看得见。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 flipH="1">
            <a:off x="548640" y="4526280"/>
            <a:ext cx="324612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5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DPO：省掉打分器，直接学偏好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 flipH="1">
            <a:off x="548640" y="5029200"/>
            <a:ext cx="2953512" cy="73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不单独训练奖励模型，直接拿「人更喜欢 A 还是 B」的数据去训练语言模型。步骤少、更便宜，这两年用得越来越多。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Picture 13" descr="p4-rlhf-dpo-cart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335024"/>
            <a:ext cx="8494776" cy="5507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1934" y="1391108"/>
            <a:ext cx="10905066" cy="4563533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7572245" y="3322586"/>
            <a:ext cx="3442889" cy="239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奖励模型只是人类判断的「替身」，它打的分和人真正的评价并不完全一致。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刚开始优化时，分数和真实质量一起上升。练得太狠，模型开始专门讨好打分器：分数（灰线）还在涨，真实好坏（红线）却在下降。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这在机器学习里有个现成的名字——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过拟合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：模型不是学会人想要什么，而是背下了打分器的偏好，分数越刷越高，一到真实场景就掉。</a:t>
            </a:r>
          </a:p>
        </p:txBody>
      </p:sp>
      <p:sp>
        <p:nvSpPr>
          <p:cNvPr id="10" name="PA_文本框 2"/>
          <p:cNvSpPr txBox="1"/>
          <p:nvPr>
            <p:custDataLst>
              <p:tags r:id="rId1"/>
            </p:custDataLst>
          </p:nvPr>
        </p:nvSpPr>
        <p:spPr>
          <a:xfrm>
            <a:off x="6886787" y="2323782"/>
            <a:ext cx="4480560" cy="5659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问题一：分数涨了，回答反而变差</a:t>
            </a:r>
            <a:endParaRPr lang="zh-CN" altLang="en-US" sz="2800" b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70648" y="2821182"/>
            <a:ext cx="356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发生在训练时 · Reward over-optimization</a:t>
            </a:r>
          </a:p>
        </p:txBody>
      </p:sp>
      <p:pic>
        <p:nvPicPr>
          <p:cNvPr id="12" name="Picture 11" descr="p5-over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48840"/>
            <a:ext cx="5852160" cy="341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" y="0"/>
            <a:ext cx="4191422" cy="6858000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424609" y="3772234"/>
            <a:ext cx="3231223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原因在训练数据：人标注的样本里，几乎都是「直接提出的请求」。模型学会了拒绝这些问法，但没见过的问法——让它扮演角色、把问题编码加密、拆成好几轮慢慢套话——它就没学过要拒绝。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这和问题一是两回事：问题一是训练时练过了头，问题二是训练数据没覆盖到。</a:t>
            </a: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424609" y="3038373"/>
            <a:ext cx="323122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同样是要危险内容，直接问和绕着问，结果完全不同。</a:t>
            </a:r>
          </a:p>
        </p:txBody>
      </p:sp>
      <p:sp>
        <p:nvSpPr>
          <p:cNvPr id="21" name="PA_文本框 2"/>
          <p:cNvSpPr txBox="1"/>
          <p:nvPr>
            <p:custDataLst>
              <p:tags r:id="rId1"/>
            </p:custDataLst>
          </p:nvPr>
        </p:nvSpPr>
        <p:spPr>
          <a:xfrm>
            <a:off x="-4664" y="1600124"/>
            <a:ext cx="4023360" cy="5659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问题二：换个问法，它就不拒绝了</a:t>
            </a:r>
            <a:endParaRPr lang="zh-CN" altLang="en-US" sz="2800" b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51205" y="2173723"/>
            <a:ext cx="384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发生在使用时 · Same request, different wording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46D7C9-D33B-AAD7-C05C-405654A67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419" y="0"/>
            <a:ext cx="5512309" cy="23762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61B644-B380-DB78-22A3-CFD7FA5B3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666" y="3038373"/>
            <a:ext cx="5494334" cy="3250311"/>
          </a:xfrm>
          <a:prstGeom prst="rect">
            <a:avLst/>
          </a:prstGeom>
        </p:spPr>
      </p:pic>
      <p:sp>
        <p:nvSpPr>
          <p:cNvPr id="23" name="图注 ① 神秘代码破甲"/>
          <p:cNvSpPr txBox="1"/>
          <p:nvPr/>
        </p:nvSpPr>
        <p:spPr>
          <a:xfrm>
            <a:off x="9829800" y="777240"/>
            <a:ext cx="2240280" cy="8686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100" b="1">
                <a:solidFill>
                  <a:srgbClr val="3E6B72"/>
                </a:solidFill>
                <a:latin typeface="微软雅黑"/>
                <a:ea typeface="微软雅黑"/>
              </a:rPr>
              <a:t>① 神秘代码破甲</a:t>
            </a:r>
          </a:p>
          <a:p>
            <a:pPr algn="l"/>
            <a:r>
              <a:rPr sz="1050">
                <a:solidFill>
                  <a:srgbClr val="555555"/>
                </a:solidFill>
                <a:latin typeface="微软雅黑"/>
                <a:ea typeface="微软雅黑"/>
              </a:rPr>
              <a:t>一句话都不说：一段改权重的配方，把 L14/L13 两个神经元朝反方向拨，模型的「拒绝」就没了。</a:t>
            </a:r>
          </a:p>
        </p:txBody>
      </p:sp>
      <p:sp>
        <p:nvSpPr>
          <p:cNvPr id="24" name="图注 ② 提示词破甲"/>
          <p:cNvSpPr txBox="1"/>
          <p:nvPr/>
        </p:nvSpPr>
        <p:spPr>
          <a:xfrm>
            <a:off x="4315968" y="4242816"/>
            <a:ext cx="2240280" cy="8686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100" b="1">
                <a:solidFill>
                  <a:srgbClr val="3E6B72"/>
                </a:solidFill>
                <a:latin typeface="微软雅黑"/>
                <a:ea typeface="微软雅黑"/>
              </a:rPr>
              <a:t>② 提示词破甲</a:t>
            </a:r>
          </a:p>
          <a:p>
            <a:pPr algn="l"/>
            <a:r>
              <a:rPr sz="1050">
                <a:solidFill>
                  <a:srgbClr val="555555"/>
                </a:solidFill>
                <a:latin typeface="微软雅黑"/>
                <a:ea typeface="微软雅黑"/>
              </a:rPr>
              <a:t>越狱提示词被做成流水线：测试集 → 失败归因 → 自动改写 → 回归，一轮轮把防线磨穿。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70368" y="1193287"/>
            <a:ext cx="425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How the attack was built</a:t>
            </a:r>
          </a:p>
        </p:txBody>
      </p:sp>
      <p:sp>
        <p:nvSpPr>
          <p:cNvPr id="5" name="PA_文本框 2"/>
          <p:cNvSpPr txBox="1"/>
          <p:nvPr>
            <p:custDataLst>
              <p:tags r:id="rId1"/>
            </p:custDataLst>
          </p:nvPr>
        </p:nvSpPr>
        <p:spPr>
          <a:xfrm>
            <a:off x="2895599" y="644662"/>
            <a:ext cx="6400800" cy="599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开头那起攻击，是怎么搭起来的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642" y="2089306"/>
            <a:ext cx="4292867" cy="3927108"/>
          </a:xfrm>
          <a:prstGeom prst="rect">
            <a:avLst/>
          </a:prstGeom>
          <a:blipFill dpi="0" rotWithShape="1">
            <a:blip r:embed="rId3"/>
            <a:stretch>
              <a:fillRect r="-1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32407" y="2089306"/>
            <a:ext cx="6498657" cy="3927108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701967" y="2590727"/>
            <a:ext cx="709834" cy="7098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6720840" y="2542602"/>
            <a:ext cx="3566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调度层：Cairn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6718369" y="2805832"/>
            <a:ext cx="42544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把大任务拆成小任务分发出去，失败了自动重试，可以连续跑几个小时</a:t>
            </a:r>
          </a:p>
        </p:txBody>
      </p:sp>
      <p:sp>
        <p:nvSpPr>
          <p:cNvPr id="11" name="椭圆 10"/>
          <p:cNvSpPr/>
          <p:nvPr/>
        </p:nvSpPr>
        <p:spPr>
          <a:xfrm>
            <a:off x="5701967" y="3693584"/>
            <a:ext cx="709834" cy="7098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6720840" y="3645459"/>
            <a:ext cx="3566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执行层：Claude Code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6718369" y="3908689"/>
            <a:ext cx="42544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一个编程助手工具，负责在电脑上实际运行命令</a:t>
            </a:r>
          </a:p>
        </p:txBody>
      </p:sp>
      <p:sp>
        <p:nvSpPr>
          <p:cNvPr id="14" name="椭圆 13"/>
          <p:cNvSpPr/>
          <p:nvPr/>
        </p:nvSpPr>
        <p:spPr>
          <a:xfrm>
            <a:off x="5701967" y="4794243"/>
            <a:ext cx="709834" cy="7098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6720840" y="4746118"/>
            <a:ext cx="3566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大脑：DeepSeek V4.1 Flash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6718369" y="5009348"/>
            <a:ext cx="425443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AI 模型本身：决定下一步攻击哪里、怎么绕过防护、看到结果再怎么调整</a:t>
            </a:r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743200"/>
            <a:ext cx="402336" cy="402336"/>
          </a:xfrm>
          <a:prstGeom prst="rect">
            <a:avLst/>
          </a:prstGeom>
        </p:spPr>
      </p:pic>
      <p:pic>
        <p:nvPicPr>
          <p:cNvPr id="18" name="Picture 17" descr="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3849624"/>
            <a:ext cx="402336" cy="402336"/>
          </a:xfrm>
          <a:prstGeom prst="rect">
            <a:avLst/>
          </a:prstGeom>
        </p:spPr>
      </p:pic>
      <p:pic>
        <p:nvPicPr>
          <p:cNvPr id="19" name="Picture 18" descr="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946904"/>
            <a:ext cx="402336" cy="4023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1792" y="3822191"/>
            <a:ext cx="4288536" cy="868680"/>
          </a:xfrm>
          <a:prstGeom prst="rect">
            <a:avLst/>
          </a:prstGeom>
          <a:solidFill>
            <a:srgbClr val="06120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91363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effectLst>
                  <a:outerShdw blurRad="63500" algn="ctr" rotWithShape="0">
                    <a:srgbClr val="000000">
                      <a:alpha val="65000"/>
                    </a:srgbClr>
                  </a:outerShdw>
                </a:effectLst>
              </a:rPr>
              <a:t>攻击记录里的程序名，直接写出了这三层组合：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24528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effectLst>
                  <a:outerShdw blurRad="63500" algn="ctr" rotWithShape="0">
                    <a:srgbClr val="000000">
                      <a:alpha val="65000"/>
                    </a:srgbClr>
                  </a:outerShdw>
                </a:effectLst>
              </a:rPr>
              <a:t>claudecode_deepseek-v4.1-flash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1081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55555"/>
                </a:solidFill>
              </a:rPr>
              <a:t>说明：这是对网站的入侵，不是诱导模型「说出」危险内容。但每一步都要模型帮忙写代码、做规划——只要模型拒绝，整条攻击链就断了。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2"/>
          <p:cNvSpPr txBox="1"/>
          <p:nvPr>
            <p:custDataLst>
              <p:tags r:id="rId1"/>
            </p:custDataLst>
          </p:nvPr>
        </p:nvSpPr>
        <p:spPr>
          <a:xfrm>
            <a:off x="2895600" y="689263"/>
            <a:ext cx="6400800" cy="63350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600" b="0">
                <a:solidFill>
                  <a:schemeClr val="tx1">
                    <a:lumMod val="65000"/>
                    <a:lumOff val="3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能防住，但不是每家都防住了</a:t>
            </a:r>
            <a:endParaRPr lang="zh-CN" altLang="en-US" sz="3200" b="0">
              <a:solidFill>
                <a:schemeClr val="tx1">
                  <a:lumMod val="65000"/>
                  <a:lumOff val="35000"/>
                </a:schemeClr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37508" y="1262862"/>
            <a:ext cx="5120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Same attacks, a 100x cost gap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5173133"/>
            <a:ext cx="12192000" cy="1684867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1723813" y="1644790"/>
            <a:ext cx="8778240" cy="5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今年 7 月，FAR.AI 用同一套 67 种公开的攻击话术测试四个顶尖模型，算出攻破每个模型要花多少钱。</a:t>
            </a:r>
          </a:p>
        </p:txBody>
      </p:sp>
      <p:pic>
        <p:nvPicPr>
          <p:cNvPr id="8" name="Picture 7" descr="p8-cost-to-jailbr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240280"/>
            <a:ext cx="7863840" cy="4587240"/>
          </a:xfrm>
          <a:prstGeom prst="rect">
            <a:avLst/>
          </a:prstGeom>
          <a:effectLst>
            <a:outerShdw blurRad="203200" dist="38100" dir="5400000" rotWithShape="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70368" y="1193287"/>
            <a:ext cx="425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Only the answer format changed</a:t>
            </a:r>
          </a:p>
        </p:txBody>
      </p:sp>
      <p:sp>
        <p:nvSpPr>
          <p:cNvPr id="5" name="PA_文本框 2"/>
          <p:cNvSpPr txBox="1"/>
          <p:nvPr>
            <p:custDataLst>
              <p:tags r:id="rId1"/>
            </p:custDataLst>
          </p:nvPr>
        </p:nvSpPr>
        <p:spPr>
          <a:xfrm>
            <a:off x="2895599" y="644662"/>
            <a:ext cx="6400800" cy="599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换个答题方式，安全分数就没了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3365" y="1648871"/>
            <a:ext cx="2734509" cy="2225037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3365" y="3996388"/>
            <a:ext cx="2734509" cy="2225037"/>
          </a:xfrm>
          <a:prstGeom prst="rect">
            <a:avLst/>
          </a:prstGeom>
          <a:solidFill>
            <a:srgbClr val="B2BB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765407" y="1821714"/>
            <a:ext cx="532048" cy="532048"/>
            <a:chOff x="2473104" y="2145028"/>
            <a:chExt cx="359165" cy="359165"/>
          </a:xfrm>
          <a:solidFill>
            <a:schemeClr val="bg1"/>
          </a:solidFill>
        </p:grpSpPr>
        <p:sp>
          <p:nvSpPr>
            <p:cNvPr id="20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1260157" y="2554996"/>
            <a:ext cx="15643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选择题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1072049" y="2892892"/>
            <a:ext cx="1997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只让模型在给定选项里挑</a:t>
            </a:r>
          </a:p>
        </p:txBody>
      </p:sp>
      <p:sp>
        <p:nvSpPr>
          <p:cNvPr id="24" name="Freeform 75"/>
          <p:cNvSpPr>
            <a:spLocks noEditPoints="1"/>
          </p:cNvSpPr>
          <p:nvPr/>
        </p:nvSpPr>
        <p:spPr bwMode="auto">
          <a:xfrm>
            <a:off x="1832184" y="4204947"/>
            <a:ext cx="450492" cy="441437"/>
          </a:xfrm>
          <a:custGeom>
            <a:avLst/>
            <a:gdLst>
              <a:gd name="T0" fmla="*/ 32 w 59"/>
              <a:gd name="T1" fmla="*/ 42 h 58"/>
              <a:gd name="T2" fmla="*/ 22 w 59"/>
              <a:gd name="T3" fmla="*/ 42 h 58"/>
              <a:gd name="T4" fmla="*/ 8 w 59"/>
              <a:gd name="T5" fmla="*/ 44 h 58"/>
              <a:gd name="T6" fmla="*/ 22 w 59"/>
              <a:gd name="T7" fmla="*/ 45 h 58"/>
              <a:gd name="T8" fmla="*/ 32 w 59"/>
              <a:gd name="T9" fmla="*/ 45 h 58"/>
              <a:gd name="T10" fmla="*/ 51 w 59"/>
              <a:gd name="T11" fmla="*/ 44 h 58"/>
              <a:gd name="T12" fmla="*/ 27 w 59"/>
              <a:gd name="T13" fmla="*/ 46 h 58"/>
              <a:gd name="T14" fmla="*/ 27 w 59"/>
              <a:gd name="T15" fmla="*/ 41 h 58"/>
              <a:gd name="T16" fmla="*/ 27 w 59"/>
              <a:gd name="T17" fmla="*/ 46 h 58"/>
              <a:gd name="T18" fmla="*/ 27 w 59"/>
              <a:gd name="T19" fmla="*/ 13 h 58"/>
              <a:gd name="T20" fmla="*/ 17 w 59"/>
              <a:gd name="T21" fmla="*/ 13 h 58"/>
              <a:gd name="T22" fmla="*/ 8 w 59"/>
              <a:gd name="T23" fmla="*/ 14 h 58"/>
              <a:gd name="T24" fmla="*/ 17 w 59"/>
              <a:gd name="T25" fmla="*/ 16 h 58"/>
              <a:gd name="T26" fmla="*/ 27 w 59"/>
              <a:gd name="T27" fmla="*/ 16 h 58"/>
              <a:gd name="T28" fmla="*/ 51 w 59"/>
              <a:gd name="T29" fmla="*/ 14 h 58"/>
              <a:gd name="T30" fmla="*/ 22 w 59"/>
              <a:gd name="T31" fmla="*/ 17 h 58"/>
              <a:gd name="T32" fmla="*/ 22 w 59"/>
              <a:gd name="T33" fmla="*/ 12 h 58"/>
              <a:gd name="T34" fmla="*/ 22 w 59"/>
              <a:gd name="T35" fmla="*/ 17 h 58"/>
              <a:gd name="T36" fmla="*/ 45 w 59"/>
              <a:gd name="T37" fmla="*/ 28 h 58"/>
              <a:gd name="T38" fmla="*/ 35 w 59"/>
              <a:gd name="T39" fmla="*/ 28 h 58"/>
              <a:gd name="T40" fmla="*/ 8 w 59"/>
              <a:gd name="T41" fmla="*/ 29 h 58"/>
              <a:gd name="T42" fmla="*/ 35 w 59"/>
              <a:gd name="T43" fmla="*/ 30 h 58"/>
              <a:gd name="T44" fmla="*/ 45 w 59"/>
              <a:gd name="T45" fmla="*/ 30 h 58"/>
              <a:gd name="T46" fmla="*/ 51 w 59"/>
              <a:gd name="T47" fmla="*/ 29 h 58"/>
              <a:gd name="T48" fmla="*/ 40 w 59"/>
              <a:gd name="T49" fmla="*/ 32 h 58"/>
              <a:gd name="T50" fmla="*/ 40 w 59"/>
              <a:gd name="T51" fmla="*/ 26 h 58"/>
              <a:gd name="T52" fmla="*/ 40 w 59"/>
              <a:gd name="T53" fmla="*/ 32 h 58"/>
              <a:gd name="T54" fmla="*/ 6 w 59"/>
              <a:gd name="T55" fmla="*/ 0 h 58"/>
              <a:gd name="T56" fmla="*/ 0 w 59"/>
              <a:gd name="T57" fmla="*/ 53 h 58"/>
              <a:gd name="T58" fmla="*/ 54 w 59"/>
              <a:gd name="T59" fmla="*/ 58 h 58"/>
              <a:gd name="T60" fmla="*/ 59 w 59"/>
              <a:gd name="T61" fmla="*/ 5 h 58"/>
              <a:gd name="T62" fmla="*/ 56 w 59"/>
              <a:gd name="T63" fmla="*/ 53 h 58"/>
              <a:gd name="T64" fmla="*/ 6 w 59"/>
              <a:gd name="T65" fmla="*/ 56 h 58"/>
              <a:gd name="T66" fmla="*/ 3 w 59"/>
              <a:gd name="T67" fmla="*/ 5 h 58"/>
              <a:gd name="T68" fmla="*/ 54 w 59"/>
              <a:gd name="T69" fmla="*/ 2 h 58"/>
              <a:gd name="T70" fmla="*/ 56 w 59"/>
              <a:gd name="T71" fmla="*/ 53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9" h="57">
                <a:moveTo>
                  <a:pt x="50" y="42"/>
                </a:moveTo>
                <a:cubicBezTo>
                  <a:pt x="32" y="42"/>
                  <a:pt x="32" y="42"/>
                  <a:pt x="32" y="42"/>
                </a:cubicBezTo>
                <a:cubicBezTo>
                  <a:pt x="32" y="40"/>
                  <a:pt x="29" y="38"/>
                  <a:pt x="27" y="38"/>
                </a:cubicBezTo>
                <a:cubicBezTo>
                  <a:pt x="25" y="38"/>
                  <a:pt x="22" y="40"/>
                  <a:pt x="22" y="42"/>
                </a:cubicBezTo>
                <a:cubicBezTo>
                  <a:pt x="10" y="42"/>
                  <a:pt x="10" y="42"/>
                  <a:pt x="10" y="42"/>
                </a:cubicBezTo>
                <a:cubicBezTo>
                  <a:pt x="9" y="42"/>
                  <a:pt x="8" y="43"/>
                  <a:pt x="8" y="44"/>
                </a:cubicBezTo>
                <a:cubicBezTo>
                  <a:pt x="8" y="44"/>
                  <a:pt x="9" y="45"/>
                  <a:pt x="10" y="45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5" y="49"/>
                  <a:pt x="27" y="49"/>
                </a:cubicBezTo>
                <a:cubicBezTo>
                  <a:pt x="29" y="49"/>
                  <a:pt x="32" y="47"/>
                  <a:pt x="32" y="45"/>
                </a:cubicBezTo>
                <a:cubicBezTo>
                  <a:pt x="50" y="45"/>
                  <a:pt x="50" y="45"/>
                  <a:pt x="50" y="45"/>
                </a:cubicBezTo>
                <a:cubicBezTo>
                  <a:pt x="50" y="45"/>
                  <a:pt x="51" y="44"/>
                  <a:pt x="51" y="44"/>
                </a:cubicBezTo>
                <a:cubicBezTo>
                  <a:pt x="51" y="43"/>
                  <a:pt x="50" y="42"/>
                  <a:pt x="50" y="42"/>
                </a:cubicBezTo>
                <a:close/>
                <a:moveTo>
                  <a:pt x="27" y="46"/>
                </a:moveTo>
                <a:cubicBezTo>
                  <a:pt x="26" y="46"/>
                  <a:pt x="24" y="45"/>
                  <a:pt x="24" y="44"/>
                </a:cubicBezTo>
                <a:cubicBezTo>
                  <a:pt x="24" y="42"/>
                  <a:pt x="26" y="41"/>
                  <a:pt x="27" y="41"/>
                </a:cubicBezTo>
                <a:cubicBezTo>
                  <a:pt x="28" y="41"/>
                  <a:pt x="30" y="42"/>
                  <a:pt x="30" y="44"/>
                </a:cubicBezTo>
                <a:cubicBezTo>
                  <a:pt x="30" y="45"/>
                  <a:pt x="28" y="46"/>
                  <a:pt x="27" y="46"/>
                </a:cubicBezTo>
                <a:close/>
                <a:moveTo>
                  <a:pt x="50" y="13"/>
                </a:moveTo>
                <a:cubicBezTo>
                  <a:pt x="27" y="13"/>
                  <a:pt x="27" y="13"/>
                  <a:pt x="27" y="13"/>
                </a:cubicBezTo>
                <a:cubicBezTo>
                  <a:pt x="26" y="11"/>
                  <a:pt x="24" y="9"/>
                  <a:pt x="22" y="9"/>
                </a:cubicBezTo>
                <a:cubicBezTo>
                  <a:pt x="19" y="9"/>
                  <a:pt x="17" y="11"/>
                  <a:pt x="17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9" y="13"/>
                  <a:pt x="8" y="14"/>
                  <a:pt x="8" y="14"/>
                </a:cubicBezTo>
                <a:cubicBezTo>
                  <a:pt x="8" y="15"/>
                  <a:pt x="9" y="16"/>
                  <a:pt x="10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8"/>
                  <a:pt x="19" y="20"/>
                  <a:pt x="22" y="20"/>
                </a:cubicBezTo>
                <a:cubicBezTo>
                  <a:pt x="24" y="20"/>
                  <a:pt x="26" y="18"/>
                  <a:pt x="27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0" y="16"/>
                  <a:pt x="51" y="15"/>
                  <a:pt x="51" y="14"/>
                </a:cubicBezTo>
                <a:cubicBezTo>
                  <a:pt x="51" y="14"/>
                  <a:pt x="50" y="13"/>
                  <a:pt x="50" y="13"/>
                </a:cubicBezTo>
                <a:close/>
                <a:moveTo>
                  <a:pt x="22" y="17"/>
                </a:moveTo>
                <a:cubicBezTo>
                  <a:pt x="20" y="17"/>
                  <a:pt x="19" y="16"/>
                  <a:pt x="19" y="14"/>
                </a:cubicBezTo>
                <a:cubicBezTo>
                  <a:pt x="19" y="13"/>
                  <a:pt x="20" y="12"/>
                  <a:pt x="22" y="12"/>
                </a:cubicBezTo>
                <a:cubicBezTo>
                  <a:pt x="23" y="12"/>
                  <a:pt x="24" y="13"/>
                  <a:pt x="24" y="14"/>
                </a:cubicBezTo>
                <a:cubicBezTo>
                  <a:pt x="24" y="16"/>
                  <a:pt x="23" y="17"/>
                  <a:pt x="22" y="17"/>
                </a:cubicBezTo>
                <a:close/>
                <a:moveTo>
                  <a:pt x="50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5" y="25"/>
                  <a:pt x="43" y="24"/>
                  <a:pt x="40" y="24"/>
                </a:cubicBezTo>
                <a:cubicBezTo>
                  <a:pt x="38" y="24"/>
                  <a:pt x="36" y="25"/>
                  <a:pt x="35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9" y="28"/>
                  <a:pt x="8" y="28"/>
                  <a:pt x="8" y="29"/>
                </a:cubicBezTo>
                <a:cubicBezTo>
                  <a:pt x="8" y="30"/>
                  <a:pt x="9" y="30"/>
                  <a:pt x="10" y="30"/>
                </a:cubicBezTo>
                <a:cubicBezTo>
                  <a:pt x="35" y="30"/>
                  <a:pt x="35" y="30"/>
                  <a:pt x="35" y="30"/>
                </a:cubicBezTo>
                <a:cubicBezTo>
                  <a:pt x="36" y="33"/>
                  <a:pt x="38" y="34"/>
                  <a:pt x="40" y="34"/>
                </a:cubicBezTo>
                <a:cubicBezTo>
                  <a:pt x="43" y="34"/>
                  <a:pt x="45" y="33"/>
                  <a:pt x="45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30"/>
                  <a:pt x="51" y="30"/>
                  <a:pt x="51" y="29"/>
                </a:cubicBezTo>
                <a:cubicBezTo>
                  <a:pt x="51" y="28"/>
                  <a:pt x="50" y="28"/>
                  <a:pt x="50" y="28"/>
                </a:cubicBezTo>
                <a:close/>
                <a:moveTo>
                  <a:pt x="40" y="32"/>
                </a:moveTo>
                <a:cubicBezTo>
                  <a:pt x="39" y="32"/>
                  <a:pt x="38" y="30"/>
                  <a:pt x="38" y="29"/>
                </a:cubicBezTo>
                <a:cubicBezTo>
                  <a:pt x="38" y="28"/>
                  <a:pt x="39" y="26"/>
                  <a:pt x="40" y="26"/>
                </a:cubicBezTo>
                <a:cubicBezTo>
                  <a:pt x="42" y="26"/>
                  <a:pt x="43" y="28"/>
                  <a:pt x="43" y="29"/>
                </a:cubicBezTo>
                <a:cubicBezTo>
                  <a:pt x="43" y="30"/>
                  <a:pt x="42" y="32"/>
                  <a:pt x="40" y="32"/>
                </a:cubicBezTo>
                <a:close/>
                <a:moveTo>
                  <a:pt x="54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5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6"/>
                  <a:pt x="3" y="58"/>
                  <a:pt x="6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7" y="58"/>
                  <a:pt x="59" y="56"/>
                  <a:pt x="59" y="53"/>
                </a:cubicBezTo>
                <a:cubicBezTo>
                  <a:pt x="59" y="5"/>
                  <a:pt x="59" y="5"/>
                  <a:pt x="59" y="5"/>
                </a:cubicBezTo>
                <a:cubicBezTo>
                  <a:pt x="59" y="2"/>
                  <a:pt x="57" y="0"/>
                  <a:pt x="54" y="0"/>
                </a:cubicBezTo>
                <a:close/>
                <a:moveTo>
                  <a:pt x="56" y="53"/>
                </a:moveTo>
                <a:cubicBezTo>
                  <a:pt x="56" y="54"/>
                  <a:pt x="55" y="56"/>
                  <a:pt x="54" y="56"/>
                </a:cubicBezTo>
                <a:cubicBezTo>
                  <a:pt x="6" y="56"/>
                  <a:pt x="6" y="56"/>
                  <a:pt x="6" y="56"/>
                </a:cubicBezTo>
                <a:cubicBezTo>
                  <a:pt x="4" y="56"/>
                  <a:pt x="3" y="54"/>
                  <a:pt x="3" y="53"/>
                </a:cubicBezTo>
                <a:cubicBezTo>
                  <a:pt x="3" y="5"/>
                  <a:pt x="3" y="5"/>
                  <a:pt x="3" y="5"/>
                </a:cubicBezTo>
                <a:cubicBezTo>
                  <a:pt x="3" y="4"/>
                  <a:pt x="4" y="2"/>
                  <a:pt x="6" y="2"/>
                </a:cubicBezTo>
                <a:cubicBezTo>
                  <a:pt x="54" y="2"/>
                  <a:pt x="54" y="2"/>
                  <a:pt x="54" y="2"/>
                </a:cubicBezTo>
                <a:cubicBezTo>
                  <a:pt x="55" y="2"/>
                  <a:pt x="56" y="4"/>
                  <a:pt x="56" y="5"/>
                </a:cubicBezTo>
                <a:lnTo>
                  <a:pt x="56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h-TH" sz="18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>
            <a:off x="1260157" y="4833133"/>
            <a:ext cx="15643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开放作答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1"/>
          <p:cNvSpPr txBox="1">
            <a:spLocks noChangeArrowheads="1"/>
          </p:cNvSpPr>
          <p:nvPr/>
        </p:nvSpPr>
        <p:spPr bwMode="auto">
          <a:xfrm>
            <a:off x="1072049" y="5171029"/>
            <a:ext cx="1997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让模型自己写出回答</a:t>
            </a:r>
          </a:p>
        </p:txBody>
      </p:sp>
      <p:sp>
        <p:nvSpPr>
          <p:cNvPr id="27" name="矩形 26"/>
          <p:cNvSpPr/>
          <p:nvPr/>
        </p:nvSpPr>
        <p:spPr>
          <a:xfrm>
            <a:off x="8830958" y="1642177"/>
            <a:ext cx="2734509" cy="2225037"/>
          </a:xfrm>
          <a:prstGeom prst="rect">
            <a:avLst/>
          </a:prstGeom>
          <a:solidFill>
            <a:srgbClr val="C1DC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830958" y="3989694"/>
            <a:ext cx="2734509" cy="2225037"/>
          </a:xfrm>
          <a:prstGeom prst="rect">
            <a:avLst/>
          </a:prstGeom>
          <a:solidFill>
            <a:srgbClr val="838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9" name="1"/>
          <p:cNvSpPr txBox="1">
            <a:spLocks noChangeArrowheads="1"/>
          </p:cNvSpPr>
          <p:nvPr/>
        </p:nvSpPr>
        <p:spPr bwMode="auto">
          <a:xfrm>
            <a:off x="9341252" y="2548302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同一个任务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1"/>
          <p:cNvSpPr txBox="1">
            <a:spLocks noChangeArrowheads="1"/>
          </p:cNvSpPr>
          <p:nvPr/>
        </p:nvSpPr>
        <p:spPr bwMode="auto">
          <a:xfrm>
            <a:off x="9239642" y="2886198"/>
            <a:ext cx="1997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问的是同一件事</a:t>
            </a:r>
          </a:p>
        </p:txBody>
      </p:sp>
      <p:sp>
        <p:nvSpPr>
          <p:cNvPr id="31" name="1"/>
          <p:cNvSpPr txBox="1">
            <a:spLocks noChangeArrowheads="1"/>
          </p:cNvSpPr>
          <p:nvPr/>
        </p:nvSpPr>
        <p:spPr bwMode="auto">
          <a:xfrm>
            <a:off x="9341252" y="4826439"/>
            <a:ext cx="1737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同一个模型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1"/>
          <p:cNvSpPr txBox="1">
            <a:spLocks noChangeArrowheads="1"/>
          </p:cNvSpPr>
          <p:nvPr/>
        </p:nvSpPr>
        <p:spPr bwMode="auto">
          <a:xfrm>
            <a:off x="9239642" y="5164335"/>
            <a:ext cx="1997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模型本身没有任何改动</a:t>
            </a:r>
          </a:p>
        </p:txBody>
      </p:sp>
      <p:sp>
        <p:nvSpPr>
          <p:cNvPr id="33" name="AutoShape 59"/>
          <p:cNvSpPr/>
          <p:nvPr/>
        </p:nvSpPr>
        <p:spPr bwMode="auto">
          <a:xfrm>
            <a:off x="9967662" y="1892439"/>
            <a:ext cx="461100" cy="459069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round-test-tube_65558"/>
          <p:cNvSpPr>
            <a:spLocks noChangeAspect="1"/>
          </p:cNvSpPr>
          <p:nvPr/>
        </p:nvSpPr>
        <p:spPr bwMode="auto">
          <a:xfrm>
            <a:off x="9967662" y="4158786"/>
            <a:ext cx="423888" cy="52869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85207" h="605169">
                <a:moveTo>
                  <a:pt x="220235" y="439905"/>
                </a:moveTo>
                <a:cubicBezTo>
                  <a:pt x="238474" y="439905"/>
                  <a:pt x="253260" y="454659"/>
                  <a:pt x="253260" y="472859"/>
                </a:cubicBezTo>
                <a:cubicBezTo>
                  <a:pt x="253260" y="491059"/>
                  <a:pt x="238474" y="505813"/>
                  <a:pt x="220235" y="505813"/>
                </a:cubicBezTo>
                <a:cubicBezTo>
                  <a:pt x="201996" y="505813"/>
                  <a:pt x="187210" y="491059"/>
                  <a:pt x="187210" y="472859"/>
                </a:cubicBezTo>
                <a:cubicBezTo>
                  <a:pt x="187210" y="454659"/>
                  <a:pt x="201996" y="439905"/>
                  <a:pt x="220235" y="439905"/>
                </a:cubicBezTo>
                <a:close/>
                <a:moveTo>
                  <a:pt x="128077" y="340902"/>
                </a:moveTo>
                <a:cubicBezTo>
                  <a:pt x="155943" y="340902"/>
                  <a:pt x="178532" y="363444"/>
                  <a:pt x="178532" y="391251"/>
                </a:cubicBezTo>
                <a:cubicBezTo>
                  <a:pt x="178532" y="419058"/>
                  <a:pt x="155943" y="441600"/>
                  <a:pt x="128077" y="441600"/>
                </a:cubicBezTo>
                <a:cubicBezTo>
                  <a:pt x="100211" y="441600"/>
                  <a:pt x="77622" y="419058"/>
                  <a:pt x="77622" y="391251"/>
                </a:cubicBezTo>
                <a:cubicBezTo>
                  <a:pt x="77622" y="363444"/>
                  <a:pt x="100211" y="340902"/>
                  <a:pt x="128077" y="340902"/>
                </a:cubicBezTo>
                <a:close/>
                <a:moveTo>
                  <a:pt x="45549" y="290563"/>
                </a:moveTo>
                <a:cubicBezTo>
                  <a:pt x="41428" y="290563"/>
                  <a:pt x="39910" y="295545"/>
                  <a:pt x="39910" y="295545"/>
                </a:cubicBezTo>
                <a:cubicBezTo>
                  <a:pt x="31667" y="318396"/>
                  <a:pt x="28848" y="337781"/>
                  <a:pt x="28848" y="362906"/>
                </a:cubicBezTo>
                <a:cubicBezTo>
                  <a:pt x="28848" y="480518"/>
                  <a:pt x="124718" y="576253"/>
                  <a:pt x="242604" y="576253"/>
                </a:cubicBezTo>
                <a:cubicBezTo>
                  <a:pt x="360490" y="576253"/>
                  <a:pt x="456360" y="480518"/>
                  <a:pt x="456360" y="362906"/>
                </a:cubicBezTo>
                <a:cubicBezTo>
                  <a:pt x="456360" y="339081"/>
                  <a:pt x="452348" y="316013"/>
                  <a:pt x="444865" y="294246"/>
                </a:cubicBezTo>
                <a:cubicBezTo>
                  <a:pt x="444431" y="293054"/>
                  <a:pt x="443021" y="290563"/>
                  <a:pt x="437490" y="290563"/>
                </a:cubicBezTo>
                <a:close/>
                <a:moveTo>
                  <a:pt x="150096" y="28807"/>
                </a:moveTo>
                <a:cubicBezTo>
                  <a:pt x="149336" y="28807"/>
                  <a:pt x="148577" y="29024"/>
                  <a:pt x="148577" y="30432"/>
                </a:cubicBezTo>
                <a:lnTo>
                  <a:pt x="148577" y="52091"/>
                </a:lnTo>
                <a:cubicBezTo>
                  <a:pt x="148577" y="53283"/>
                  <a:pt x="150312" y="53283"/>
                  <a:pt x="150421" y="53283"/>
                </a:cubicBezTo>
                <a:lnTo>
                  <a:pt x="189680" y="53283"/>
                </a:lnTo>
                <a:cubicBezTo>
                  <a:pt x="191741" y="53283"/>
                  <a:pt x="192825" y="54582"/>
                  <a:pt x="192825" y="55773"/>
                </a:cubicBezTo>
                <a:lnTo>
                  <a:pt x="192825" y="152592"/>
                </a:lnTo>
                <a:cubicBezTo>
                  <a:pt x="192825" y="155083"/>
                  <a:pt x="190982" y="155516"/>
                  <a:pt x="190982" y="155516"/>
                </a:cubicBezTo>
                <a:lnTo>
                  <a:pt x="182414" y="158115"/>
                </a:lnTo>
                <a:cubicBezTo>
                  <a:pt x="130032" y="173385"/>
                  <a:pt x="86760" y="208149"/>
                  <a:pt x="59756" y="252876"/>
                </a:cubicBezTo>
                <a:cubicBezTo>
                  <a:pt x="58563" y="254825"/>
                  <a:pt x="56720" y="258832"/>
                  <a:pt x="64203" y="258832"/>
                </a:cubicBezTo>
                <a:lnTo>
                  <a:pt x="422524" y="258832"/>
                </a:lnTo>
                <a:cubicBezTo>
                  <a:pt x="427838" y="258832"/>
                  <a:pt x="427187" y="255691"/>
                  <a:pt x="426211" y="254175"/>
                </a:cubicBezTo>
                <a:cubicBezTo>
                  <a:pt x="399207" y="208798"/>
                  <a:pt x="355718" y="173602"/>
                  <a:pt x="302794" y="158115"/>
                </a:cubicBezTo>
                <a:lnTo>
                  <a:pt x="294444" y="155624"/>
                </a:lnTo>
                <a:cubicBezTo>
                  <a:pt x="294444" y="155624"/>
                  <a:pt x="292383" y="155191"/>
                  <a:pt x="292383" y="151725"/>
                </a:cubicBezTo>
                <a:cubicBezTo>
                  <a:pt x="292600" y="137430"/>
                  <a:pt x="292383" y="79274"/>
                  <a:pt x="292383" y="57615"/>
                </a:cubicBezTo>
                <a:cubicBezTo>
                  <a:pt x="292383" y="55015"/>
                  <a:pt x="292708" y="53283"/>
                  <a:pt x="295745" y="53283"/>
                </a:cubicBezTo>
                <a:lnTo>
                  <a:pt x="335980" y="53283"/>
                </a:lnTo>
                <a:cubicBezTo>
                  <a:pt x="336522" y="53283"/>
                  <a:pt x="336631" y="52849"/>
                  <a:pt x="336631" y="52741"/>
                </a:cubicBezTo>
                <a:lnTo>
                  <a:pt x="336631" y="29999"/>
                </a:lnTo>
                <a:cubicBezTo>
                  <a:pt x="336631" y="29349"/>
                  <a:pt x="336522" y="28916"/>
                  <a:pt x="335872" y="28916"/>
                </a:cubicBezTo>
                <a:cubicBezTo>
                  <a:pt x="335872" y="28916"/>
                  <a:pt x="196621" y="28807"/>
                  <a:pt x="150096" y="28807"/>
                </a:cubicBezTo>
                <a:close/>
                <a:moveTo>
                  <a:pt x="148794" y="0"/>
                </a:moveTo>
                <a:lnTo>
                  <a:pt x="336305" y="0"/>
                </a:lnTo>
                <a:cubicBezTo>
                  <a:pt x="352465" y="0"/>
                  <a:pt x="365479" y="13104"/>
                  <a:pt x="365479" y="29132"/>
                </a:cubicBezTo>
                <a:lnTo>
                  <a:pt x="365479" y="52958"/>
                </a:lnTo>
                <a:cubicBezTo>
                  <a:pt x="365479" y="69094"/>
                  <a:pt x="352465" y="82090"/>
                  <a:pt x="336305" y="82090"/>
                </a:cubicBezTo>
                <a:lnTo>
                  <a:pt x="321339" y="82090"/>
                </a:lnTo>
                <a:lnTo>
                  <a:pt x="321339" y="131257"/>
                </a:lnTo>
                <a:cubicBezTo>
                  <a:pt x="321339" y="133640"/>
                  <a:pt x="322749" y="134181"/>
                  <a:pt x="322749" y="134181"/>
                </a:cubicBezTo>
                <a:cubicBezTo>
                  <a:pt x="367865" y="149668"/>
                  <a:pt x="406798" y="178258"/>
                  <a:pt x="435863" y="216379"/>
                </a:cubicBezTo>
                <a:cubicBezTo>
                  <a:pt x="468181" y="258724"/>
                  <a:pt x="485208" y="309407"/>
                  <a:pt x="485208" y="362906"/>
                </a:cubicBezTo>
                <a:cubicBezTo>
                  <a:pt x="485208" y="496438"/>
                  <a:pt x="376432" y="605169"/>
                  <a:pt x="242604" y="605169"/>
                </a:cubicBezTo>
                <a:cubicBezTo>
                  <a:pt x="108776" y="605169"/>
                  <a:pt x="0" y="496438"/>
                  <a:pt x="0" y="362906"/>
                </a:cubicBezTo>
                <a:cubicBezTo>
                  <a:pt x="0" y="309407"/>
                  <a:pt x="17027" y="258724"/>
                  <a:pt x="49345" y="216379"/>
                </a:cubicBezTo>
                <a:cubicBezTo>
                  <a:pt x="78410" y="178258"/>
                  <a:pt x="116584" y="149884"/>
                  <a:pt x="161700" y="134398"/>
                </a:cubicBezTo>
                <a:cubicBezTo>
                  <a:pt x="161700" y="134398"/>
                  <a:pt x="163869" y="133748"/>
                  <a:pt x="163869" y="132232"/>
                </a:cubicBezTo>
                <a:lnTo>
                  <a:pt x="163869" y="82090"/>
                </a:lnTo>
                <a:lnTo>
                  <a:pt x="148794" y="82090"/>
                </a:lnTo>
                <a:cubicBezTo>
                  <a:pt x="132743" y="82090"/>
                  <a:pt x="119729" y="69094"/>
                  <a:pt x="119729" y="52958"/>
                </a:cubicBezTo>
                <a:lnTo>
                  <a:pt x="119729" y="29132"/>
                </a:lnTo>
                <a:cubicBezTo>
                  <a:pt x="119729" y="13104"/>
                  <a:pt x="132743" y="0"/>
                  <a:pt x="1487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46120" y="297180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E6B72"/>
                </a:solidFill>
              </a:rPr>
              <a:t>拒绝率  88.6%  →  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55555"/>
                </a:solidFill>
              </a:rPr>
              <a:t>Neo Research 的对照实验：只把考法从选择题换成开放作答，模型的拒绝率就从 88.6% 掉到 1%。
所以榜单上的安全分数高，不等于真遇到攻击时安全。分数取决于考卷怎么出，攻击者却是在真金白银地试。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38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45039" y="0"/>
            <a:ext cx="5723466" cy="6858000"/>
          </a:xfrm>
          <a:prstGeom prst="rect">
            <a:avLst/>
          </a:prstGeom>
          <a:solidFill>
            <a:srgbClr val="82A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053604" y="1058948"/>
            <a:ext cx="10084793" cy="4888199"/>
          </a:xfrm>
          <a:prstGeom prst="roundRect">
            <a:avLst>
              <a:gd name="adj" fmla="val 5640"/>
            </a:avLst>
          </a:prstGeom>
          <a:solidFill>
            <a:srgbClr val="F2F2F2"/>
          </a:solidFill>
          <a:ln>
            <a:noFill/>
          </a:ln>
          <a:effectLst>
            <a:outerShdw blurRad="1270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55890" y="2980263"/>
            <a:ext cx="2679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600" b="1" i="0" u="none" strike="noStrike" kern="1200" cap="none" normalizeH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结论</a:t>
            </a:r>
          </a:p>
        </p:txBody>
      </p:sp>
      <p:sp>
        <p:nvSpPr>
          <p:cNvPr id="17" name="矩形 16"/>
          <p:cNvSpPr/>
          <p:nvPr/>
        </p:nvSpPr>
        <p:spPr>
          <a:xfrm>
            <a:off x="2068670" y="3743708"/>
            <a:ext cx="25531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en-US" altLang="zh-CN" spc="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Takeaways</a:t>
            </a:r>
            <a:endParaRPr kumimoji="0" lang="zh-CN" altLang="en-US" b="0" i="0" u="none" strike="noStrike" kern="1200" cap="none" spc="60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42432" y="3236976"/>
            <a:ext cx="4325112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静态成功率测不出攻击者的代价。公开「打穿一个模型要多少美元」，才逼得每家去补自己最弱的那一环——FAR.AI 一测就是上百倍差距。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42432" y="2834640"/>
            <a:ext cx="411480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② 评测时，算「攻破要花多少钱」</a:t>
            </a:r>
          </a:p>
        </p:txBody>
      </p:sp>
      <p:sp>
        <p:nvSpPr>
          <p:cNvPr id="20" name="矩形 19"/>
          <p:cNvSpPr/>
          <p:nvPr/>
        </p:nvSpPr>
        <p:spPr>
          <a:xfrm>
            <a:off x="5742432" y="1883664"/>
            <a:ext cx="4325112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对齐用的偏好数据几乎只有「直接问」。把对抗问法写进训练集，模型才可能在没见过的问法下也拒绝——HarmBench 已验证有效。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42432" y="1481328"/>
            <a:ext cx="411480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① 训练时，多练「绕着问」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2" y="4383523"/>
            <a:ext cx="4279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/>
              <a:t>安全训练不是没用，</a:t>
            </a:r>
          </a:p>
          <a:p>
            <a:r>
              <a:rPr sz="1600" b="1" dirty="0" err="1"/>
              <a:t>是只练了「直接问」这一半。</a:t>
            </a:r>
          </a:p>
          <a:p>
            <a:r>
              <a:rPr sz="1600" b="1" dirty="0" err="1"/>
              <a:t>对齐不是发布前的一道工序，</a:t>
            </a:r>
          </a:p>
          <a:p>
            <a:r>
              <a:rPr sz="1600" b="1" dirty="0" err="1"/>
              <a:t>而是一条水位线——由最弱的那一环决定。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COMMONDATA" val="eyJjb3VudCI6MywiaGRpZCI6IjBlMzU2ZGM5ZDQ4OGQ5NTgzOTYzNGRjNWVjM2YyNTY2IiwidXNlckNvdW50IjoyfQ=="/>
  <p:tag name="KSO_WPP_MARK_KEY" val="7ec5c237-0e9f-4b2f-8368-b53d9ff3f2c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1432</Words>
  <Application>Microsoft Office PowerPoint</Application>
  <PresentationFormat>宽屏</PresentationFormat>
  <Paragraphs>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思源宋体 Heavy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BMI</dc:creator>
  <cp:lastModifiedBy>入眠 无人</cp:lastModifiedBy>
  <cp:revision>94</cp:revision>
  <dcterms:created xsi:type="dcterms:W3CDTF">2021-05-22T11:37:00Z</dcterms:created>
  <dcterms:modified xsi:type="dcterms:W3CDTF">2026-10-29T02:11:42Z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A2FB948EE3E9415693504B3E3A07A629_13</vt:lpwstr>
  </property>
  <property fmtid="{D5CDD505-2E9C-101B-9397-08002B2CF9AE}" pid="3" name="KSOProductBuildVer">
    <vt:lpwstr>2052-11.1.0.14309</vt:lpwstr>
  </property>
  <property fmtid="{D5CDD505-2E9C-101B-9397-08002B2CF9AE}" pid="4" name="KSOTemplateUUID">
    <vt:lpwstr>v1.0_mb_oJda0plwjk2EiiKaWs6TwQ==</vt:lpwstr>
  </property>
</Properties>
</file>